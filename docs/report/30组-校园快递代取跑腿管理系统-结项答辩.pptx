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9" r:id="rId3"/>
    <p:sldId id="270" r:id="rId4"/>
    <p:sldId id="276" r:id="rId5"/>
    <p:sldId id="274" r:id="rId6"/>
    <p:sldId id="271" r:id="rId7"/>
    <p:sldId id="278" r:id="rId8"/>
    <p:sldId id="283" r:id="rId9"/>
    <p:sldId id="294" r:id="rId10"/>
    <p:sldId id="297" r:id="rId11"/>
    <p:sldId id="296" r:id="rId12"/>
    <p:sldId id="295" r:id="rId13"/>
    <p:sldId id="279" r:id="rId14"/>
    <p:sldId id="290" r:id="rId15"/>
    <p:sldId id="292" r:id="rId16"/>
    <p:sldId id="293" r:id="rId17"/>
    <p:sldId id="280" r:id="rId18"/>
    <p:sldId id="282" r:id="rId19"/>
    <p:sldId id="286" r:id="rId20"/>
    <p:sldId id="277" r:id="rId21"/>
    <p:sldId id="281" r:id="rId22"/>
    <p:sldId id="28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91D6FCC-9EC5-472C-BA06-20993D1C5881}">
          <p14:sldIdLst>
            <p14:sldId id="268"/>
            <p14:sldId id="259"/>
            <p14:sldId id="270"/>
            <p14:sldId id="276"/>
            <p14:sldId id="274"/>
            <p14:sldId id="271"/>
            <p14:sldId id="278"/>
            <p14:sldId id="283"/>
            <p14:sldId id="294"/>
            <p14:sldId id="297"/>
            <p14:sldId id="296"/>
            <p14:sldId id="295"/>
            <p14:sldId id="279"/>
            <p14:sldId id="290"/>
            <p14:sldId id="292"/>
            <p14:sldId id="293"/>
            <p14:sldId id="280"/>
            <p14:sldId id="282"/>
            <p14:sldId id="286"/>
            <p14:sldId id="277"/>
            <p14:sldId id="281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E66"/>
    <a:srgbClr val="4C7CA0"/>
    <a:srgbClr val="92B6D0"/>
    <a:srgbClr val="A6A6A6"/>
    <a:srgbClr val="D9D9D9"/>
    <a:srgbClr val="5E7A86"/>
    <a:srgbClr val="2673B7"/>
    <a:srgbClr val="0E58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8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木卫林制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C14EC5A-C194-408E-CCF3-8B525707052B}"/>
              </a:ext>
            </a:extLst>
          </p:cNvPr>
          <p:cNvSpPr txBox="1"/>
          <p:nvPr userDrawn="1"/>
        </p:nvSpPr>
        <p:spPr>
          <a:xfrm>
            <a:off x="0" y="0"/>
            <a:ext cx="13574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 dirty="0">
                <a:solidFill>
                  <a:schemeClr val="bg1"/>
                </a:solidFill>
              </a:rPr>
              <a:t>木卫林</a:t>
            </a:r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木卫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878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4166B3-D0D8-E67D-ECB8-72D3F47305A8}"/>
              </a:ext>
            </a:extLst>
          </p:cNvPr>
          <p:cNvSpPr txBox="1"/>
          <p:nvPr userDrawn="1"/>
        </p:nvSpPr>
        <p:spPr>
          <a:xfrm>
            <a:off x="0" y="-11947"/>
            <a:ext cx="273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bg1"/>
                </a:solidFill>
              </a:rPr>
              <a:t>木卫林</a:t>
            </a:r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9485" y="285540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spc="600" dirty="0">
                <a:solidFill>
                  <a:schemeClr val="bg1"/>
                </a:solidFill>
                <a:latin typeface="+mn-ea"/>
                <a:cs typeface="+mn-ea"/>
              </a:rPr>
              <a:t>毕业论文答辩模板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249485" y="3782884"/>
            <a:ext cx="5625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600" dirty="0">
                <a:solidFill>
                  <a:schemeClr val="bg1"/>
                </a:solidFill>
                <a:latin typeface="Arial" panose="020B0604020202020204" pitchFamily="34" charset="0"/>
                <a:cs typeface="+mn-ea"/>
              </a:rPr>
              <a:t>Graduation thesis defense template</a:t>
            </a:r>
            <a:endParaRPr lang="zh-CN" altLang="en-US" sz="1400" spc="600" dirty="0">
              <a:solidFill>
                <a:schemeClr val="bg1"/>
              </a:solidFill>
              <a:latin typeface="Arial" panose="020B0604020202020204" pitchFamily="34" charset="0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5A38F16-B526-24A5-90B1-BDE8B02607EF}"/>
              </a:ext>
            </a:extLst>
          </p:cNvPr>
          <p:cNvGrpSpPr/>
          <p:nvPr/>
        </p:nvGrpSpPr>
        <p:grpSpPr>
          <a:xfrm>
            <a:off x="1966167" y="2396773"/>
            <a:ext cx="8648110" cy="1222376"/>
            <a:chOff x="1966166" y="2584836"/>
            <a:chExt cx="8648110" cy="1222376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D3814CA-7B12-0B2B-2BD5-E5D48E682FA1}"/>
                </a:ext>
              </a:extLst>
            </p:cNvPr>
            <p:cNvSpPr txBox="1"/>
            <p:nvPr/>
          </p:nvSpPr>
          <p:spPr>
            <a:xfrm>
              <a:off x="1966166" y="2584836"/>
              <a:ext cx="85604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800" b="1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校园快递代取跑腿管理系统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8BEFA39-E263-A1B0-2AE3-736533A567BA}"/>
                </a:ext>
              </a:extLst>
            </p:cNvPr>
            <p:cNvSpPr txBox="1"/>
            <p:nvPr/>
          </p:nvSpPr>
          <p:spPr>
            <a:xfrm>
              <a:off x="2015447" y="3499435"/>
              <a:ext cx="8598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600" dirty="0">
                  <a:solidFill>
                    <a:srgbClr val="122E66"/>
                  </a:solidFill>
                  <a:latin typeface="Arial" panose="020B0604020202020204" pitchFamily="34" charset="0"/>
                  <a:cs typeface="+mn-ea"/>
                </a:rPr>
                <a:t>Campus Courier Pickup and Errand Management System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11FCE8F0-B43B-9F87-99EC-FEEFF4CEAEA8}"/>
              </a:ext>
            </a:extLst>
          </p:cNvPr>
          <p:cNvSpPr txBox="1"/>
          <p:nvPr/>
        </p:nvSpPr>
        <p:spPr>
          <a:xfrm>
            <a:off x="4347689" y="4130605"/>
            <a:ext cx="3292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spc="300" dirty="0">
                <a:solidFill>
                  <a:srgbClr val="122E66"/>
                </a:solidFill>
                <a:latin typeface="+mn-ea"/>
                <a:cs typeface="+mn-ea"/>
              </a:rPr>
              <a:t>计算机科学与技术</a:t>
            </a:r>
            <a:r>
              <a:rPr lang="en-US" altLang="zh-CN" sz="1600" spc="300" dirty="0">
                <a:solidFill>
                  <a:srgbClr val="122E66"/>
                </a:solidFill>
                <a:latin typeface="+mn-ea"/>
                <a:cs typeface="+mn-ea"/>
              </a:rPr>
              <a:t>4</a:t>
            </a:r>
            <a:r>
              <a:rPr lang="zh-CN" altLang="en-US" sz="1600" spc="300" dirty="0">
                <a:solidFill>
                  <a:srgbClr val="122E66"/>
                </a:solidFill>
                <a:latin typeface="+mn-ea"/>
                <a:cs typeface="+mn-ea"/>
              </a:rPr>
              <a:t>班丨</a:t>
            </a:r>
            <a:r>
              <a:rPr lang="en-US" altLang="zh-CN" sz="1600" spc="300" dirty="0">
                <a:solidFill>
                  <a:srgbClr val="122E66"/>
                </a:solidFill>
                <a:latin typeface="+mn-ea"/>
                <a:cs typeface="+mn-ea"/>
              </a:rPr>
              <a:t>30</a:t>
            </a:r>
            <a:r>
              <a:rPr lang="zh-CN" altLang="en-US" sz="1600" spc="300" dirty="0">
                <a:solidFill>
                  <a:srgbClr val="122E66"/>
                </a:solidFill>
                <a:latin typeface="+mn-ea"/>
                <a:cs typeface="+mn-ea"/>
              </a:rPr>
              <a:t>组</a:t>
            </a:r>
          </a:p>
        </p:txBody>
      </p:sp>
      <p:sp>
        <p:nvSpPr>
          <p:cNvPr id="65" name="流程图: 离页连接符 64">
            <a:extLst>
              <a:ext uri="{FF2B5EF4-FFF2-40B4-BE49-F238E27FC236}">
                <a16:creationId xmlns:a16="http://schemas.microsoft.com/office/drawing/2014/main" id="{FBF1EF55-563F-08A9-CED4-80216D1E88E1}"/>
              </a:ext>
            </a:extLst>
          </p:cNvPr>
          <p:cNvSpPr/>
          <p:nvPr/>
        </p:nvSpPr>
        <p:spPr>
          <a:xfrm>
            <a:off x="5519936" y="0"/>
            <a:ext cx="1152128" cy="1152128"/>
          </a:xfrm>
          <a:prstGeom prst="flowChartOffpageConnector">
            <a:avLst/>
          </a:pr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66" name="graduate-man-hand-drawn-person_57251">
            <a:extLst>
              <a:ext uri="{FF2B5EF4-FFF2-40B4-BE49-F238E27FC236}">
                <a16:creationId xmlns:a16="http://schemas.microsoft.com/office/drawing/2014/main" id="{9745EEB3-2882-7736-424C-E5D9C57AC965}"/>
              </a:ext>
            </a:extLst>
          </p:cNvPr>
          <p:cNvSpPr/>
          <p:nvPr/>
        </p:nvSpPr>
        <p:spPr>
          <a:xfrm>
            <a:off x="5877134" y="209548"/>
            <a:ext cx="437729" cy="609685"/>
          </a:xfrm>
          <a:custGeom>
            <a:avLst/>
            <a:gdLst>
              <a:gd name="connsiteX0" fmla="*/ 83809 w 434872"/>
              <a:gd name="connsiteY0" fmla="*/ 581569 h 605705"/>
              <a:gd name="connsiteX1" fmla="*/ 82167 w 434872"/>
              <a:gd name="connsiteY1" fmla="*/ 583678 h 605705"/>
              <a:gd name="connsiteX2" fmla="*/ 88503 w 434872"/>
              <a:gd name="connsiteY2" fmla="*/ 584146 h 605705"/>
              <a:gd name="connsiteX3" fmla="*/ 86156 w 434872"/>
              <a:gd name="connsiteY3" fmla="*/ 581569 h 605705"/>
              <a:gd name="connsiteX4" fmla="*/ 83809 w 434872"/>
              <a:gd name="connsiteY4" fmla="*/ 581569 h 605705"/>
              <a:gd name="connsiteX5" fmla="*/ 337748 w 434872"/>
              <a:gd name="connsiteY5" fmla="*/ 504504 h 605705"/>
              <a:gd name="connsiteX6" fmla="*/ 314252 w 434872"/>
              <a:gd name="connsiteY6" fmla="*/ 509630 h 605705"/>
              <a:gd name="connsiteX7" fmla="*/ 290786 w 434872"/>
              <a:gd name="connsiteY7" fmla="*/ 521112 h 605705"/>
              <a:gd name="connsiteX8" fmla="*/ 283746 w 434872"/>
              <a:gd name="connsiteY8" fmla="*/ 528611 h 605705"/>
              <a:gd name="connsiteX9" fmla="*/ 314487 w 434872"/>
              <a:gd name="connsiteY9" fmla="*/ 529783 h 605705"/>
              <a:gd name="connsiteX10" fmla="*/ 359308 w 434872"/>
              <a:gd name="connsiteY10" fmla="*/ 510802 h 605705"/>
              <a:gd name="connsiteX11" fmla="*/ 337748 w 434872"/>
              <a:gd name="connsiteY11" fmla="*/ 504504 h 605705"/>
              <a:gd name="connsiteX12" fmla="*/ 88737 w 434872"/>
              <a:gd name="connsiteY12" fmla="*/ 451049 h 605705"/>
              <a:gd name="connsiteX13" fmla="*/ 70668 w 434872"/>
              <a:gd name="connsiteY13" fmla="*/ 462999 h 605705"/>
              <a:gd name="connsiteX14" fmla="*/ 72076 w 434872"/>
              <a:gd name="connsiteY14" fmla="*/ 462296 h 605705"/>
              <a:gd name="connsiteX15" fmla="*/ 88972 w 434872"/>
              <a:gd name="connsiteY15" fmla="*/ 451517 h 605705"/>
              <a:gd name="connsiteX16" fmla="*/ 88737 w 434872"/>
              <a:gd name="connsiteY16" fmla="*/ 451049 h 605705"/>
              <a:gd name="connsiteX17" fmla="*/ 109153 w 434872"/>
              <a:gd name="connsiteY17" fmla="*/ 408635 h 605705"/>
              <a:gd name="connsiteX18" fmla="*/ 117367 w 434872"/>
              <a:gd name="connsiteY18" fmla="*/ 409104 h 605705"/>
              <a:gd name="connsiteX19" fmla="*/ 195511 w 434872"/>
              <a:gd name="connsiteY19" fmla="*/ 466280 h 605705"/>
              <a:gd name="connsiteX20" fmla="*/ 180023 w 434872"/>
              <a:gd name="connsiteY20" fmla="*/ 430428 h 605705"/>
              <a:gd name="connsiteX21" fmla="*/ 187532 w 434872"/>
              <a:gd name="connsiteY21" fmla="*/ 413556 h 605705"/>
              <a:gd name="connsiteX22" fmla="*/ 191052 w 434872"/>
              <a:gd name="connsiteY22" fmla="*/ 413322 h 605705"/>
              <a:gd name="connsiteX23" fmla="*/ 191521 w 434872"/>
              <a:gd name="connsiteY23" fmla="*/ 412619 h 605705"/>
              <a:gd name="connsiteX24" fmla="*/ 219212 w 434872"/>
              <a:gd name="connsiteY24" fmla="*/ 410510 h 605705"/>
              <a:gd name="connsiteX25" fmla="*/ 244087 w 434872"/>
              <a:gd name="connsiteY25" fmla="*/ 410744 h 605705"/>
              <a:gd name="connsiteX26" fmla="*/ 252535 w 434872"/>
              <a:gd name="connsiteY26" fmla="*/ 421523 h 605705"/>
              <a:gd name="connsiteX27" fmla="*/ 233527 w 434872"/>
              <a:gd name="connsiteY27" fmla="*/ 464405 h 605705"/>
              <a:gd name="connsiteX28" fmla="*/ 295948 w 434872"/>
              <a:gd name="connsiteY28" fmla="*/ 417305 h 605705"/>
              <a:gd name="connsiteX29" fmla="*/ 306508 w 434872"/>
              <a:gd name="connsiteY29" fmla="*/ 412150 h 605705"/>
              <a:gd name="connsiteX30" fmla="*/ 344524 w 434872"/>
              <a:gd name="connsiteY30" fmla="*/ 416837 h 605705"/>
              <a:gd name="connsiteX31" fmla="*/ 412578 w 434872"/>
              <a:gd name="connsiteY31" fmla="*/ 445190 h 605705"/>
              <a:gd name="connsiteX32" fmla="*/ 420556 w 434872"/>
              <a:gd name="connsiteY32" fmla="*/ 591411 h 605705"/>
              <a:gd name="connsiteX33" fmla="*/ 411404 w 434872"/>
              <a:gd name="connsiteY33" fmla="*/ 600549 h 605705"/>
              <a:gd name="connsiteX34" fmla="*/ 7543 w 434872"/>
              <a:gd name="connsiteY34" fmla="*/ 592582 h 605705"/>
              <a:gd name="connsiteX35" fmla="*/ 737 w 434872"/>
              <a:gd name="connsiteY35" fmla="*/ 583678 h 605705"/>
              <a:gd name="connsiteX36" fmla="*/ 10359 w 434872"/>
              <a:gd name="connsiteY36" fmla="*/ 466514 h 605705"/>
              <a:gd name="connsiteX37" fmla="*/ 104929 w 434872"/>
              <a:gd name="connsiteY37" fmla="*/ 409104 h 605705"/>
              <a:gd name="connsiteX38" fmla="*/ 109153 w 434872"/>
              <a:gd name="connsiteY38" fmla="*/ 408635 h 605705"/>
              <a:gd name="connsiteX39" fmla="*/ 303187 w 434872"/>
              <a:gd name="connsiteY39" fmla="*/ 227980 h 605705"/>
              <a:gd name="connsiteX40" fmla="*/ 205113 w 434872"/>
              <a:gd name="connsiteY40" fmla="*/ 235947 h 605705"/>
              <a:gd name="connsiteX41" fmla="*/ 119005 w 434872"/>
              <a:gd name="connsiteY41" fmla="*/ 235244 h 605705"/>
              <a:gd name="connsiteX42" fmla="*/ 125340 w 434872"/>
              <a:gd name="connsiteY42" fmla="*/ 264531 h 605705"/>
              <a:gd name="connsiteX43" fmla="*/ 175785 w 434872"/>
              <a:gd name="connsiteY43" fmla="*/ 353097 h 605705"/>
              <a:gd name="connsiteX44" fmla="*/ 286764 w 434872"/>
              <a:gd name="connsiteY44" fmla="*/ 322872 h 605705"/>
              <a:gd name="connsiteX45" fmla="*/ 301780 w 434872"/>
              <a:gd name="connsiteY45" fmla="*/ 239461 h 605705"/>
              <a:gd name="connsiteX46" fmla="*/ 303187 w 434872"/>
              <a:gd name="connsiteY46" fmla="*/ 227980 h 605705"/>
              <a:gd name="connsiteX47" fmla="*/ 216581 w 434872"/>
              <a:gd name="connsiteY47" fmla="*/ 118943 h 605705"/>
              <a:gd name="connsiteX48" fmla="*/ 347063 w 434872"/>
              <a:gd name="connsiteY48" fmla="*/ 119968 h 605705"/>
              <a:gd name="connsiteX49" fmla="*/ 354336 w 434872"/>
              <a:gd name="connsiteY49" fmla="*/ 134729 h 605705"/>
              <a:gd name="connsiteX50" fmla="*/ 347063 w 434872"/>
              <a:gd name="connsiteY50" fmla="*/ 144335 h 605705"/>
              <a:gd name="connsiteX51" fmla="*/ 346828 w 434872"/>
              <a:gd name="connsiteY51" fmla="*/ 178074 h 605705"/>
              <a:gd name="connsiteX52" fmla="*/ 345420 w 434872"/>
              <a:gd name="connsiteY52" fmla="*/ 197287 h 605705"/>
              <a:gd name="connsiteX53" fmla="*/ 322662 w 434872"/>
              <a:gd name="connsiteY53" fmla="*/ 220014 h 605705"/>
              <a:gd name="connsiteX54" fmla="*/ 320081 w 434872"/>
              <a:gd name="connsiteY54" fmla="*/ 239461 h 605705"/>
              <a:gd name="connsiteX55" fmla="*/ 306003 w 434872"/>
              <a:gd name="connsiteY55" fmla="*/ 326152 h 605705"/>
              <a:gd name="connsiteX56" fmla="*/ 191036 w 434872"/>
              <a:gd name="connsiteY56" fmla="*/ 385196 h 605705"/>
              <a:gd name="connsiteX57" fmla="*/ 118067 w 434872"/>
              <a:gd name="connsiteY57" fmla="*/ 296162 h 605705"/>
              <a:gd name="connsiteX58" fmla="*/ 102816 w 434872"/>
              <a:gd name="connsiteY58" fmla="*/ 230323 h 605705"/>
              <a:gd name="connsiteX59" fmla="*/ 94604 w 434872"/>
              <a:gd name="connsiteY59" fmla="*/ 226106 h 605705"/>
              <a:gd name="connsiteX60" fmla="*/ 76538 w 434872"/>
              <a:gd name="connsiteY60" fmla="*/ 143867 h 605705"/>
              <a:gd name="connsiteX61" fmla="*/ 77241 w 434872"/>
              <a:gd name="connsiteY61" fmla="*/ 134026 h 605705"/>
              <a:gd name="connsiteX62" fmla="*/ 86392 w 434872"/>
              <a:gd name="connsiteY62" fmla="*/ 131683 h 605705"/>
              <a:gd name="connsiteX63" fmla="*/ 86627 w 434872"/>
              <a:gd name="connsiteY63" fmla="*/ 132152 h 605705"/>
              <a:gd name="connsiteX64" fmla="*/ 216581 w 434872"/>
              <a:gd name="connsiteY64" fmla="*/ 118943 h 605705"/>
              <a:gd name="connsiteX65" fmla="*/ 210722 w 434872"/>
              <a:gd name="connsiteY65" fmla="*/ 19876 h 605705"/>
              <a:gd name="connsiteX66" fmla="*/ 201804 w 434872"/>
              <a:gd name="connsiteY66" fmla="*/ 21048 h 605705"/>
              <a:gd name="connsiteX67" fmla="*/ 209783 w 434872"/>
              <a:gd name="connsiteY67" fmla="*/ 22454 h 605705"/>
              <a:gd name="connsiteX68" fmla="*/ 210722 w 434872"/>
              <a:gd name="connsiteY68" fmla="*/ 19876 h 605705"/>
              <a:gd name="connsiteX69" fmla="*/ 197815 w 434872"/>
              <a:gd name="connsiteY69" fmla="*/ 2064 h 605705"/>
              <a:gd name="connsiteX70" fmla="*/ 374759 w 434872"/>
              <a:gd name="connsiteY70" fmla="*/ 90186 h 605705"/>
              <a:gd name="connsiteX71" fmla="*/ 378983 w 434872"/>
              <a:gd name="connsiteY71" fmla="*/ 99795 h 605705"/>
              <a:gd name="connsiteX72" fmla="*/ 394237 w 434872"/>
              <a:gd name="connsiteY72" fmla="*/ 175260 h 605705"/>
              <a:gd name="connsiteX73" fmla="*/ 396819 w 434872"/>
              <a:gd name="connsiteY73" fmla="*/ 213696 h 605705"/>
              <a:gd name="connsiteX74" fmla="*/ 395645 w 434872"/>
              <a:gd name="connsiteY74" fmla="*/ 240648 h 605705"/>
              <a:gd name="connsiteX75" fmla="*/ 400339 w 434872"/>
              <a:gd name="connsiteY75" fmla="*/ 247210 h 605705"/>
              <a:gd name="connsiteX76" fmla="*/ 398696 w 434872"/>
              <a:gd name="connsiteY76" fmla="*/ 256351 h 605705"/>
              <a:gd name="connsiteX77" fmla="*/ 385554 w 434872"/>
              <a:gd name="connsiteY77" fmla="*/ 261741 h 605705"/>
              <a:gd name="connsiteX78" fmla="*/ 378983 w 434872"/>
              <a:gd name="connsiteY78" fmla="*/ 242757 h 605705"/>
              <a:gd name="connsiteX79" fmla="*/ 377575 w 434872"/>
              <a:gd name="connsiteY79" fmla="*/ 194478 h 605705"/>
              <a:gd name="connsiteX80" fmla="*/ 368658 w 434872"/>
              <a:gd name="connsiteY80" fmla="*/ 109638 h 605705"/>
              <a:gd name="connsiteX81" fmla="*/ 359740 w 434872"/>
              <a:gd name="connsiteY81" fmla="*/ 107763 h 605705"/>
              <a:gd name="connsiteX82" fmla="*/ 355751 w 434872"/>
              <a:gd name="connsiteY82" fmla="*/ 106826 h 605705"/>
              <a:gd name="connsiteX83" fmla="*/ 340027 w 434872"/>
              <a:gd name="connsiteY83" fmla="*/ 104482 h 605705"/>
              <a:gd name="connsiteX84" fmla="*/ 312570 w 434872"/>
              <a:gd name="connsiteY84" fmla="*/ 102607 h 605705"/>
              <a:gd name="connsiteX85" fmla="*/ 235128 w 434872"/>
              <a:gd name="connsiteY85" fmla="*/ 99795 h 605705"/>
              <a:gd name="connsiteX86" fmla="*/ 40583 w 434872"/>
              <a:gd name="connsiteY86" fmla="*/ 109404 h 605705"/>
              <a:gd name="connsiteX87" fmla="*/ 33543 w 434872"/>
              <a:gd name="connsiteY87" fmla="*/ 92998 h 605705"/>
              <a:gd name="connsiteX88" fmla="*/ 34012 w 434872"/>
              <a:gd name="connsiteY88" fmla="*/ 90654 h 605705"/>
              <a:gd name="connsiteX89" fmla="*/ 62642 w 434872"/>
              <a:gd name="connsiteY89" fmla="*/ 75421 h 605705"/>
              <a:gd name="connsiteX90" fmla="*/ 109812 w 434872"/>
              <a:gd name="connsiteY90" fmla="*/ 48000 h 605705"/>
              <a:gd name="connsiteX91" fmla="*/ 197815 w 434872"/>
              <a:gd name="connsiteY91" fmla="*/ 2064 h 605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4872" h="605705">
                <a:moveTo>
                  <a:pt x="83809" y="581569"/>
                </a:moveTo>
                <a:cubicBezTo>
                  <a:pt x="83340" y="582272"/>
                  <a:pt x="82871" y="582975"/>
                  <a:pt x="82167" y="583678"/>
                </a:cubicBezTo>
                <a:cubicBezTo>
                  <a:pt x="84279" y="583678"/>
                  <a:pt x="86391" y="583912"/>
                  <a:pt x="88503" y="584146"/>
                </a:cubicBezTo>
                <a:cubicBezTo>
                  <a:pt x="87564" y="583209"/>
                  <a:pt x="86860" y="582506"/>
                  <a:pt x="86156" y="581569"/>
                </a:cubicBezTo>
                <a:cubicBezTo>
                  <a:pt x="85452" y="581569"/>
                  <a:pt x="84748" y="581569"/>
                  <a:pt x="83809" y="581569"/>
                </a:cubicBezTo>
                <a:close/>
                <a:moveTo>
                  <a:pt x="337748" y="504504"/>
                </a:moveTo>
                <a:cubicBezTo>
                  <a:pt x="328860" y="505236"/>
                  <a:pt x="319649" y="507872"/>
                  <a:pt x="314252" y="509630"/>
                </a:cubicBezTo>
                <a:cubicBezTo>
                  <a:pt x="306039" y="512442"/>
                  <a:pt x="297826" y="515723"/>
                  <a:pt x="290786" y="521112"/>
                </a:cubicBezTo>
                <a:cubicBezTo>
                  <a:pt x="287735" y="523221"/>
                  <a:pt x="285623" y="526033"/>
                  <a:pt x="283746" y="528611"/>
                </a:cubicBezTo>
                <a:cubicBezTo>
                  <a:pt x="294071" y="527674"/>
                  <a:pt x="306039" y="529548"/>
                  <a:pt x="314487" y="529783"/>
                </a:cubicBezTo>
                <a:cubicBezTo>
                  <a:pt x="323404" y="530251"/>
                  <a:pt x="374796" y="532829"/>
                  <a:pt x="359308" y="510802"/>
                </a:cubicBezTo>
                <a:cubicBezTo>
                  <a:pt x="355201" y="504944"/>
                  <a:pt x="346636" y="503772"/>
                  <a:pt x="337748" y="504504"/>
                </a:cubicBezTo>
                <a:close/>
                <a:moveTo>
                  <a:pt x="88737" y="451049"/>
                </a:moveTo>
                <a:cubicBezTo>
                  <a:pt x="82167" y="454798"/>
                  <a:pt x="76065" y="458547"/>
                  <a:pt x="70668" y="462999"/>
                </a:cubicBezTo>
                <a:cubicBezTo>
                  <a:pt x="71137" y="462765"/>
                  <a:pt x="71607" y="462531"/>
                  <a:pt x="72076" y="462296"/>
                </a:cubicBezTo>
                <a:cubicBezTo>
                  <a:pt x="77239" y="458313"/>
                  <a:pt x="82871" y="454798"/>
                  <a:pt x="88972" y="451517"/>
                </a:cubicBezTo>
                <a:cubicBezTo>
                  <a:pt x="88737" y="451517"/>
                  <a:pt x="88737" y="451283"/>
                  <a:pt x="88737" y="451049"/>
                </a:cubicBezTo>
                <a:close/>
                <a:moveTo>
                  <a:pt x="109153" y="408635"/>
                </a:moveTo>
                <a:cubicBezTo>
                  <a:pt x="111031" y="406292"/>
                  <a:pt x="114785" y="405589"/>
                  <a:pt x="117367" y="409104"/>
                </a:cubicBezTo>
                <a:cubicBezTo>
                  <a:pt x="137079" y="435583"/>
                  <a:pt x="162657" y="460890"/>
                  <a:pt x="195511" y="466280"/>
                </a:cubicBezTo>
                <a:cubicBezTo>
                  <a:pt x="185185" y="458313"/>
                  <a:pt x="179553" y="444253"/>
                  <a:pt x="180023" y="430428"/>
                </a:cubicBezTo>
                <a:cubicBezTo>
                  <a:pt x="180257" y="424570"/>
                  <a:pt x="180257" y="415431"/>
                  <a:pt x="187532" y="413556"/>
                </a:cubicBezTo>
                <a:cubicBezTo>
                  <a:pt x="188705" y="413322"/>
                  <a:pt x="189879" y="413322"/>
                  <a:pt x="191052" y="413322"/>
                </a:cubicBezTo>
                <a:cubicBezTo>
                  <a:pt x="191287" y="413087"/>
                  <a:pt x="191287" y="412853"/>
                  <a:pt x="191521" y="412619"/>
                </a:cubicBezTo>
                <a:cubicBezTo>
                  <a:pt x="197857" y="407229"/>
                  <a:pt x="211468" y="410510"/>
                  <a:pt x="219212" y="410510"/>
                </a:cubicBezTo>
                <a:cubicBezTo>
                  <a:pt x="227426" y="410510"/>
                  <a:pt x="235874" y="410510"/>
                  <a:pt x="244087" y="410744"/>
                </a:cubicBezTo>
                <a:cubicBezTo>
                  <a:pt x="250188" y="410744"/>
                  <a:pt x="253474" y="416134"/>
                  <a:pt x="252535" y="421523"/>
                </a:cubicBezTo>
                <a:cubicBezTo>
                  <a:pt x="250423" y="434646"/>
                  <a:pt x="244791" y="453626"/>
                  <a:pt x="233527" y="464405"/>
                </a:cubicBezTo>
                <a:cubicBezTo>
                  <a:pt x="260983" y="458313"/>
                  <a:pt x="285388" y="444487"/>
                  <a:pt x="295948" y="417305"/>
                </a:cubicBezTo>
                <a:cubicBezTo>
                  <a:pt x="297591" y="413087"/>
                  <a:pt x="302754" y="410979"/>
                  <a:pt x="306508" y="412150"/>
                </a:cubicBezTo>
                <a:cubicBezTo>
                  <a:pt x="317772" y="407698"/>
                  <a:pt x="335372" y="414025"/>
                  <a:pt x="344524" y="416837"/>
                </a:cubicBezTo>
                <a:cubicBezTo>
                  <a:pt x="367287" y="423632"/>
                  <a:pt x="392866" y="431599"/>
                  <a:pt x="412578" y="445190"/>
                </a:cubicBezTo>
                <a:cubicBezTo>
                  <a:pt x="456695" y="475184"/>
                  <a:pt x="421964" y="549935"/>
                  <a:pt x="420556" y="591411"/>
                </a:cubicBezTo>
                <a:cubicBezTo>
                  <a:pt x="420322" y="596331"/>
                  <a:pt x="416567" y="600549"/>
                  <a:pt x="411404" y="600549"/>
                </a:cubicBezTo>
                <a:cubicBezTo>
                  <a:pt x="276940" y="601018"/>
                  <a:pt x="141068" y="616015"/>
                  <a:pt x="7543" y="592582"/>
                </a:cubicBezTo>
                <a:cubicBezTo>
                  <a:pt x="3553" y="591879"/>
                  <a:pt x="737" y="587427"/>
                  <a:pt x="737" y="583678"/>
                </a:cubicBezTo>
                <a:cubicBezTo>
                  <a:pt x="737" y="546185"/>
                  <a:pt x="-3956" y="502132"/>
                  <a:pt x="10359" y="466514"/>
                </a:cubicBezTo>
                <a:cubicBezTo>
                  <a:pt x="24908" y="430662"/>
                  <a:pt x="77239" y="429490"/>
                  <a:pt x="104929" y="409104"/>
                </a:cubicBezTo>
                <a:cubicBezTo>
                  <a:pt x="106103" y="408167"/>
                  <a:pt x="107745" y="408167"/>
                  <a:pt x="109153" y="408635"/>
                </a:cubicBezTo>
                <a:close/>
                <a:moveTo>
                  <a:pt x="303187" y="227980"/>
                </a:moveTo>
                <a:cubicBezTo>
                  <a:pt x="271982" y="237352"/>
                  <a:pt x="237023" y="235009"/>
                  <a:pt x="205113" y="235947"/>
                </a:cubicBezTo>
                <a:cubicBezTo>
                  <a:pt x="180008" y="236649"/>
                  <a:pt x="146691" y="241101"/>
                  <a:pt x="119005" y="235244"/>
                </a:cubicBezTo>
                <a:cubicBezTo>
                  <a:pt x="119474" y="245319"/>
                  <a:pt x="122055" y="255159"/>
                  <a:pt x="125340" y="264531"/>
                </a:cubicBezTo>
                <a:cubicBezTo>
                  <a:pt x="136133" y="295927"/>
                  <a:pt x="151618" y="329901"/>
                  <a:pt x="175785" y="353097"/>
                </a:cubicBezTo>
                <a:cubicBezTo>
                  <a:pt x="210510" y="386133"/>
                  <a:pt x="265882" y="361297"/>
                  <a:pt x="286764" y="322872"/>
                </a:cubicBezTo>
                <a:cubicBezTo>
                  <a:pt x="301310" y="296396"/>
                  <a:pt x="300841" y="268749"/>
                  <a:pt x="301780" y="239461"/>
                </a:cubicBezTo>
                <a:cubicBezTo>
                  <a:pt x="301780" y="235947"/>
                  <a:pt x="302484" y="231963"/>
                  <a:pt x="303187" y="227980"/>
                </a:cubicBezTo>
                <a:close/>
                <a:moveTo>
                  <a:pt x="216581" y="118943"/>
                </a:moveTo>
                <a:cubicBezTo>
                  <a:pt x="260485" y="117098"/>
                  <a:pt x="304478" y="117625"/>
                  <a:pt x="347063" y="119968"/>
                </a:cubicBezTo>
                <a:cubicBezTo>
                  <a:pt x="355275" y="120437"/>
                  <a:pt x="357621" y="129574"/>
                  <a:pt x="354336" y="134729"/>
                </a:cubicBezTo>
                <a:cubicBezTo>
                  <a:pt x="355275" y="139181"/>
                  <a:pt x="352225" y="144569"/>
                  <a:pt x="347063" y="144335"/>
                </a:cubicBezTo>
                <a:cubicBezTo>
                  <a:pt x="354336" y="144804"/>
                  <a:pt x="346828" y="169405"/>
                  <a:pt x="346828" y="178074"/>
                </a:cubicBezTo>
                <a:cubicBezTo>
                  <a:pt x="346828" y="184635"/>
                  <a:pt x="347063" y="190961"/>
                  <a:pt x="345420" y="197287"/>
                </a:cubicBezTo>
                <a:cubicBezTo>
                  <a:pt x="343074" y="207128"/>
                  <a:pt x="332281" y="214859"/>
                  <a:pt x="322662" y="220014"/>
                </a:cubicBezTo>
                <a:cubicBezTo>
                  <a:pt x="321723" y="227512"/>
                  <a:pt x="320315" y="234775"/>
                  <a:pt x="320081" y="239461"/>
                </a:cubicBezTo>
                <a:cubicBezTo>
                  <a:pt x="320081" y="268280"/>
                  <a:pt x="320315" y="300145"/>
                  <a:pt x="306003" y="326152"/>
                </a:cubicBezTo>
                <a:cubicBezTo>
                  <a:pt x="286998" y="361297"/>
                  <a:pt x="234442" y="403471"/>
                  <a:pt x="191036" y="385196"/>
                </a:cubicBezTo>
                <a:cubicBezTo>
                  <a:pt x="154903" y="370200"/>
                  <a:pt x="133083" y="330369"/>
                  <a:pt x="118067" y="296162"/>
                </a:cubicBezTo>
                <a:cubicBezTo>
                  <a:pt x="110559" y="279058"/>
                  <a:pt x="99062" y="251879"/>
                  <a:pt x="102816" y="230323"/>
                </a:cubicBezTo>
                <a:cubicBezTo>
                  <a:pt x="100000" y="228917"/>
                  <a:pt x="97185" y="227746"/>
                  <a:pt x="94604" y="226106"/>
                </a:cubicBezTo>
                <a:cubicBezTo>
                  <a:pt x="68091" y="210408"/>
                  <a:pt x="74191" y="172451"/>
                  <a:pt x="76538" y="143867"/>
                </a:cubicBezTo>
                <a:cubicBezTo>
                  <a:pt x="73018" y="141289"/>
                  <a:pt x="72549" y="135432"/>
                  <a:pt x="77241" y="134026"/>
                </a:cubicBezTo>
                <a:cubicBezTo>
                  <a:pt x="77476" y="129574"/>
                  <a:pt x="84046" y="126997"/>
                  <a:pt x="86392" y="131683"/>
                </a:cubicBezTo>
                <a:cubicBezTo>
                  <a:pt x="86392" y="131917"/>
                  <a:pt x="86627" y="131917"/>
                  <a:pt x="86627" y="132152"/>
                </a:cubicBezTo>
                <a:cubicBezTo>
                  <a:pt x="128860" y="125006"/>
                  <a:pt x="172676" y="120788"/>
                  <a:pt x="216581" y="118943"/>
                </a:cubicBezTo>
                <a:close/>
                <a:moveTo>
                  <a:pt x="210722" y="19876"/>
                </a:moveTo>
                <a:cubicBezTo>
                  <a:pt x="207671" y="20110"/>
                  <a:pt x="204855" y="20579"/>
                  <a:pt x="201804" y="21048"/>
                </a:cubicBezTo>
                <a:cubicBezTo>
                  <a:pt x="204620" y="21517"/>
                  <a:pt x="207202" y="21985"/>
                  <a:pt x="209783" y="22454"/>
                </a:cubicBezTo>
                <a:cubicBezTo>
                  <a:pt x="210018" y="21517"/>
                  <a:pt x="210252" y="20579"/>
                  <a:pt x="210722" y="19876"/>
                </a:cubicBezTo>
                <a:close/>
                <a:moveTo>
                  <a:pt x="197815" y="2064"/>
                </a:moveTo>
                <a:cubicBezTo>
                  <a:pt x="266809" y="-12935"/>
                  <a:pt x="322427" y="57609"/>
                  <a:pt x="374759" y="90186"/>
                </a:cubicBezTo>
                <a:cubicBezTo>
                  <a:pt x="378749" y="92764"/>
                  <a:pt x="379687" y="96513"/>
                  <a:pt x="378983" y="99795"/>
                </a:cubicBezTo>
                <a:cubicBezTo>
                  <a:pt x="387901" y="123934"/>
                  <a:pt x="392125" y="149714"/>
                  <a:pt x="394237" y="175260"/>
                </a:cubicBezTo>
                <a:cubicBezTo>
                  <a:pt x="395410" y="188150"/>
                  <a:pt x="396349" y="201040"/>
                  <a:pt x="396819" y="213696"/>
                </a:cubicBezTo>
                <a:cubicBezTo>
                  <a:pt x="396819" y="216743"/>
                  <a:pt x="395645" y="231742"/>
                  <a:pt x="395645" y="240648"/>
                </a:cubicBezTo>
                <a:cubicBezTo>
                  <a:pt x="398461" y="241585"/>
                  <a:pt x="400808" y="243695"/>
                  <a:pt x="400339" y="247210"/>
                </a:cubicBezTo>
                <a:cubicBezTo>
                  <a:pt x="400104" y="250491"/>
                  <a:pt x="399635" y="253069"/>
                  <a:pt x="398696" y="256351"/>
                </a:cubicBezTo>
                <a:cubicBezTo>
                  <a:pt x="397288" y="261507"/>
                  <a:pt x="390482" y="265022"/>
                  <a:pt x="385554" y="261741"/>
                </a:cubicBezTo>
                <a:cubicBezTo>
                  <a:pt x="377810" y="256351"/>
                  <a:pt x="378983" y="252132"/>
                  <a:pt x="378983" y="242757"/>
                </a:cubicBezTo>
                <a:cubicBezTo>
                  <a:pt x="378749" y="226586"/>
                  <a:pt x="378514" y="210649"/>
                  <a:pt x="377575" y="194478"/>
                </a:cubicBezTo>
                <a:cubicBezTo>
                  <a:pt x="375933" y="166120"/>
                  <a:pt x="371474" y="137762"/>
                  <a:pt x="368658" y="109638"/>
                </a:cubicBezTo>
                <a:cubicBezTo>
                  <a:pt x="365607" y="111279"/>
                  <a:pt x="361852" y="110341"/>
                  <a:pt x="359740" y="107763"/>
                </a:cubicBezTo>
                <a:cubicBezTo>
                  <a:pt x="359036" y="107529"/>
                  <a:pt x="357863" y="107294"/>
                  <a:pt x="355751" y="106826"/>
                </a:cubicBezTo>
                <a:cubicBezTo>
                  <a:pt x="350588" y="105888"/>
                  <a:pt x="345190" y="104951"/>
                  <a:pt x="340027" y="104482"/>
                </a:cubicBezTo>
                <a:cubicBezTo>
                  <a:pt x="330875" y="103544"/>
                  <a:pt x="321723" y="103076"/>
                  <a:pt x="312570" y="102607"/>
                </a:cubicBezTo>
                <a:cubicBezTo>
                  <a:pt x="286756" y="101670"/>
                  <a:pt x="260942" y="99795"/>
                  <a:pt x="235128" y="99795"/>
                </a:cubicBezTo>
                <a:cubicBezTo>
                  <a:pt x="170592" y="99326"/>
                  <a:pt x="104649" y="97685"/>
                  <a:pt x="40583" y="109404"/>
                </a:cubicBezTo>
                <a:cubicBezTo>
                  <a:pt x="30257" y="111279"/>
                  <a:pt x="25329" y="96982"/>
                  <a:pt x="33543" y="92998"/>
                </a:cubicBezTo>
                <a:cubicBezTo>
                  <a:pt x="33543" y="92061"/>
                  <a:pt x="33543" y="91357"/>
                  <a:pt x="34012" y="90654"/>
                </a:cubicBezTo>
                <a:cubicBezTo>
                  <a:pt x="40583" y="81749"/>
                  <a:pt x="53255" y="80342"/>
                  <a:pt x="62642" y="75421"/>
                </a:cubicBezTo>
                <a:cubicBezTo>
                  <a:pt x="78835" y="66983"/>
                  <a:pt x="94323" y="57375"/>
                  <a:pt x="109812" y="48000"/>
                </a:cubicBezTo>
                <a:cubicBezTo>
                  <a:pt x="136565" y="31594"/>
                  <a:pt x="166603" y="8861"/>
                  <a:pt x="197815" y="20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C21EFED-D7AC-C064-51AC-E6E6051EC567}"/>
              </a:ext>
            </a:extLst>
          </p:cNvPr>
          <p:cNvGrpSpPr/>
          <p:nvPr/>
        </p:nvGrpSpPr>
        <p:grpSpPr>
          <a:xfrm>
            <a:off x="574872" y="5661585"/>
            <a:ext cx="11216284" cy="387753"/>
            <a:chOff x="297350" y="5605502"/>
            <a:chExt cx="11216284" cy="387753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C52101BF-27BE-99DB-2B47-EDE7BE8ABEBB}"/>
                </a:ext>
              </a:extLst>
            </p:cNvPr>
            <p:cNvGrpSpPr/>
            <p:nvPr/>
          </p:nvGrpSpPr>
          <p:grpSpPr>
            <a:xfrm>
              <a:off x="715448" y="5605637"/>
              <a:ext cx="10798186" cy="387618"/>
              <a:chOff x="1105047" y="4986489"/>
              <a:chExt cx="10798186" cy="387618"/>
            </a:xfrm>
          </p:grpSpPr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8AC455B9-482B-7E07-084E-94E7E8E18520}"/>
                  </a:ext>
                </a:extLst>
              </p:cNvPr>
              <p:cNvSpPr txBox="1"/>
              <p:nvPr/>
            </p:nvSpPr>
            <p:spPr>
              <a:xfrm>
                <a:off x="1105047" y="4993856"/>
                <a:ext cx="2069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汇报人：蒋奕婷</a:t>
                </a: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60B2E7C-6037-3414-D8E7-D3DDED7D28AA}"/>
                  </a:ext>
                </a:extLst>
              </p:cNvPr>
              <p:cNvSpPr txBox="1"/>
              <p:nvPr/>
            </p:nvSpPr>
            <p:spPr>
              <a:xfrm>
                <a:off x="9014301" y="4986489"/>
                <a:ext cx="28889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时间：</a:t>
                </a:r>
                <a:r>
                  <a:rPr lang="en-US" altLang="zh-CN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2026</a:t>
                </a:r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年</a:t>
                </a:r>
                <a:r>
                  <a:rPr lang="en-US" altLang="zh-CN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5</a:t>
                </a:r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月</a:t>
                </a:r>
                <a:r>
                  <a:rPr lang="en-US" altLang="zh-CN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19</a:t>
                </a:r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日</a:t>
                </a: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D334145-ADCB-2391-399C-7029D95A9842}"/>
                  </a:ext>
                </a:extLst>
              </p:cNvPr>
              <p:cNvSpPr txBox="1"/>
              <p:nvPr/>
            </p:nvSpPr>
            <p:spPr>
              <a:xfrm>
                <a:off x="5293409" y="5004775"/>
                <a:ext cx="2339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spc="300" dirty="0">
                    <a:solidFill>
                      <a:srgbClr val="122E66"/>
                    </a:solidFill>
                    <a:latin typeface="+mn-ea"/>
                    <a:cs typeface="+mn-ea"/>
                  </a:rPr>
                  <a:t>指导老师：尹兆远</a:t>
                </a:r>
              </a:p>
            </p:txBody>
          </p:sp>
        </p:grpSp>
        <p:sp>
          <p:nvSpPr>
            <p:cNvPr id="69" name="iconfont-1047-784241">
              <a:extLst>
                <a:ext uri="{FF2B5EF4-FFF2-40B4-BE49-F238E27FC236}">
                  <a16:creationId xmlns:a16="http://schemas.microsoft.com/office/drawing/2014/main" id="{FF0ECE92-0C57-7FC0-95E6-707EC9239729}"/>
                </a:ext>
              </a:extLst>
            </p:cNvPr>
            <p:cNvSpPr/>
            <p:nvPr/>
          </p:nvSpPr>
          <p:spPr>
            <a:xfrm>
              <a:off x="8309408" y="5640228"/>
              <a:ext cx="315295" cy="314885"/>
            </a:xfrm>
            <a:custGeom>
              <a:avLst/>
              <a:gdLst>
                <a:gd name="T0" fmla="*/ 11189 w 11189"/>
                <a:gd name="T1" fmla="*/ 5643 h 11177"/>
                <a:gd name="T2" fmla="*/ 11189 w 11189"/>
                <a:gd name="T3" fmla="*/ 5589 h 11177"/>
                <a:gd name="T4" fmla="*/ 11189 w 11189"/>
                <a:gd name="T5" fmla="*/ 5535 h 11177"/>
                <a:gd name="T6" fmla="*/ 5595 w 11189"/>
                <a:gd name="T7" fmla="*/ 0 h 11177"/>
                <a:gd name="T8" fmla="*/ 0 w 11189"/>
                <a:gd name="T9" fmla="*/ 5535 h 11177"/>
                <a:gd name="T10" fmla="*/ 1 w 11189"/>
                <a:gd name="T11" fmla="*/ 5589 h 11177"/>
                <a:gd name="T12" fmla="*/ 0 w 11189"/>
                <a:gd name="T13" fmla="*/ 5643 h 11177"/>
                <a:gd name="T14" fmla="*/ 5595 w 11189"/>
                <a:gd name="T15" fmla="*/ 11177 h 11177"/>
                <a:gd name="T16" fmla="*/ 11189 w 11189"/>
                <a:gd name="T17" fmla="*/ 5643 h 11177"/>
                <a:gd name="T18" fmla="*/ 5595 w 11189"/>
                <a:gd name="T19" fmla="*/ 10124 h 11177"/>
                <a:gd name="T20" fmla="*/ 1156 w 11189"/>
                <a:gd name="T21" fmla="*/ 5643 h 11177"/>
                <a:gd name="T22" fmla="*/ 1156 w 11189"/>
                <a:gd name="T23" fmla="*/ 5611 h 11177"/>
                <a:gd name="T24" fmla="*/ 1156 w 11189"/>
                <a:gd name="T25" fmla="*/ 5611 h 11177"/>
                <a:gd name="T26" fmla="*/ 1156 w 11189"/>
                <a:gd name="T27" fmla="*/ 5589 h 11177"/>
                <a:gd name="T28" fmla="*/ 1156 w 11189"/>
                <a:gd name="T29" fmla="*/ 5567 h 11177"/>
                <a:gd name="T30" fmla="*/ 1156 w 11189"/>
                <a:gd name="T31" fmla="*/ 5567 h 11177"/>
                <a:gd name="T32" fmla="*/ 1156 w 11189"/>
                <a:gd name="T33" fmla="*/ 5535 h 11177"/>
                <a:gd name="T34" fmla="*/ 5595 w 11189"/>
                <a:gd name="T35" fmla="*/ 1054 h 11177"/>
                <a:gd name="T36" fmla="*/ 10034 w 11189"/>
                <a:gd name="T37" fmla="*/ 5535 h 11177"/>
                <a:gd name="T38" fmla="*/ 10033 w 11189"/>
                <a:gd name="T39" fmla="*/ 5567 h 11177"/>
                <a:gd name="T40" fmla="*/ 10033 w 11189"/>
                <a:gd name="T41" fmla="*/ 5567 h 11177"/>
                <a:gd name="T42" fmla="*/ 10033 w 11189"/>
                <a:gd name="T43" fmla="*/ 5589 h 11177"/>
                <a:gd name="T44" fmla="*/ 10033 w 11189"/>
                <a:gd name="T45" fmla="*/ 5611 h 11177"/>
                <a:gd name="T46" fmla="*/ 10033 w 11189"/>
                <a:gd name="T47" fmla="*/ 5611 h 11177"/>
                <a:gd name="T48" fmla="*/ 10034 w 11189"/>
                <a:gd name="T49" fmla="*/ 5643 h 11177"/>
                <a:gd name="T50" fmla="*/ 5595 w 11189"/>
                <a:gd name="T51" fmla="*/ 10124 h 11177"/>
                <a:gd name="T52" fmla="*/ 4818 w 11189"/>
                <a:gd name="T53" fmla="*/ 5514 h 11177"/>
                <a:gd name="T54" fmla="*/ 4804 w 11189"/>
                <a:gd name="T55" fmla="*/ 5611 h 11177"/>
                <a:gd name="T56" fmla="*/ 4804 w 11189"/>
                <a:gd name="T57" fmla="*/ 6034 h 11177"/>
                <a:gd name="T58" fmla="*/ 5167 w 11189"/>
                <a:gd name="T59" fmla="*/ 6397 h 11177"/>
                <a:gd name="T60" fmla="*/ 8440 w 11189"/>
                <a:gd name="T61" fmla="*/ 6397 h 11177"/>
                <a:gd name="T62" fmla="*/ 8803 w 11189"/>
                <a:gd name="T63" fmla="*/ 6034 h 11177"/>
                <a:gd name="T64" fmla="*/ 8803 w 11189"/>
                <a:gd name="T65" fmla="*/ 5611 h 11177"/>
                <a:gd name="T66" fmla="*/ 8440 w 11189"/>
                <a:gd name="T67" fmla="*/ 5249 h 11177"/>
                <a:gd name="T68" fmla="*/ 5966 w 11189"/>
                <a:gd name="T69" fmla="*/ 5249 h 11177"/>
                <a:gd name="T70" fmla="*/ 5966 w 11189"/>
                <a:gd name="T71" fmla="*/ 2069 h 11177"/>
                <a:gd name="T72" fmla="*/ 5604 w 11189"/>
                <a:gd name="T73" fmla="*/ 1706 h 11177"/>
                <a:gd name="T74" fmla="*/ 5180 w 11189"/>
                <a:gd name="T75" fmla="*/ 1706 h 11177"/>
                <a:gd name="T76" fmla="*/ 4818 w 11189"/>
                <a:gd name="T77" fmla="*/ 2069 h 11177"/>
                <a:gd name="T78" fmla="*/ 4818 w 11189"/>
                <a:gd name="T79" fmla="*/ 5514 h 1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189" h="11177">
                  <a:moveTo>
                    <a:pt x="11189" y="5643"/>
                  </a:moveTo>
                  <a:cubicBezTo>
                    <a:pt x="11189" y="5625"/>
                    <a:pt x="11189" y="5607"/>
                    <a:pt x="11189" y="5589"/>
                  </a:cubicBezTo>
                  <a:cubicBezTo>
                    <a:pt x="11189" y="5571"/>
                    <a:pt x="11189" y="5553"/>
                    <a:pt x="11189" y="5535"/>
                  </a:cubicBezTo>
                  <a:cubicBezTo>
                    <a:pt x="11189" y="2478"/>
                    <a:pt x="8684" y="0"/>
                    <a:pt x="5595" y="0"/>
                  </a:cubicBezTo>
                  <a:cubicBezTo>
                    <a:pt x="2505" y="0"/>
                    <a:pt x="0" y="2478"/>
                    <a:pt x="0" y="5535"/>
                  </a:cubicBezTo>
                  <a:cubicBezTo>
                    <a:pt x="0" y="5553"/>
                    <a:pt x="1" y="5571"/>
                    <a:pt x="1" y="5589"/>
                  </a:cubicBezTo>
                  <a:cubicBezTo>
                    <a:pt x="1" y="5607"/>
                    <a:pt x="0" y="5625"/>
                    <a:pt x="0" y="5643"/>
                  </a:cubicBezTo>
                  <a:cubicBezTo>
                    <a:pt x="0" y="8700"/>
                    <a:pt x="2505" y="11177"/>
                    <a:pt x="5595" y="11177"/>
                  </a:cubicBezTo>
                  <a:cubicBezTo>
                    <a:pt x="8684" y="11177"/>
                    <a:pt x="11189" y="8700"/>
                    <a:pt x="11189" y="5643"/>
                  </a:cubicBezTo>
                  <a:close/>
                  <a:moveTo>
                    <a:pt x="5595" y="10124"/>
                  </a:moveTo>
                  <a:cubicBezTo>
                    <a:pt x="3143" y="10124"/>
                    <a:pt x="1156" y="8118"/>
                    <a:pt x="1156" y="5643"/>
                  </a:cubicBezTo>
                  <a:cubicBezTo>
                    <a:pt x="1156" y="5632"/>
                    <a:pt x="1156" y="5622"/>
                    <a:pt x="1156" y="5611"/>
                  </a:cubicBezTo>
                  <a:lnTo>
                    <a:pt x="1156" y="5611"/>
                  </a:lnTo>
                  <a:cubicBezTo>
                    <a:pt x="1156" y="5604"/>
                    <a:pt x="1156" y="5596"/>
                    <a:pt x="1156" y="5589"/>
                  </a:cubicBezTo>
                  <a:cubicBezTo>
                    <a:pt x="1156" y="5582"/>
                    <a:pt x="1156" y="5574"/>
                    <a:pt x="1156" y="5567"/>
                  </a:cubicBezTo>
                  <a:lnTo>
                    <a:pt x="1156" y="5567"/>
                  </a:lnTo>
                  <a:cubicBezTo>
                    <a:pt x="1156" y="5556"/>
                    <a:pt x="1156" y="5546"/>
                    <a:pt x="1156" y="5535"/>
                  </a:cubicBezTo>
                  <a:cubicBezTo>
                    <a:pt x="1156" y="3060"/>
                    <a:pt x="3143" y="1054"/>
                    <a:pt x="5595" y="1054"/>
                  </a:cubicBezTo>
                  <a:cubicBezTo>
                    <a:pt x="8046" y="1054"/>
                    <a:pt x="10034" y="3060"/>
                    <a:pt x="10034" y="5535"/>
                  </a:cubicBezTo>
                  <a:cubicBezTo>
                    <a:pt x="10034" y="5546"/>
                    <a:pt x="10033" y="5556"/>
                    <a:pt x="10033" y="5567"/>
                  </a:cubicBezTo>
                  <a:lnTo>
                    <a:pt x="10033" y="5567"/>
                  </a:lnTo>
                  <a:cubicBezTo>
                    <a:pt x="10033" y="5574"/>
                    <a:pt x="10033" y="5582"/>
                    <a:pt x="10033" y="5589"/>
                  </a:cubicBezTo>
                  <a:cubicBezTo>
                    <a:pt x="10033" y="5596"/>
                    <a:pt x="10033" y="5604"/>
                    <a:pt x="10033" y="5611"/>
                  </a:cubicBezTo>
                  <a:lnTo>
                    <a:pt x="10033" y="5611"/>
                  </a:lnTo>
                  <a:cubicBezTo>
                    <a:pt x="10034" y="5622"/>
                    <a:pt x="10034" y="5632"/>
                    <a:pt x="10034" y="5643"/>
                  </a:cubicBezTo>
                  <a:cubicBezTo>
                    <a:pt x="10034" y="8118"/>
                    <a:pt x="8046" y="10124"/>
                    <a:pt x="5595" y="10124"/>
                  </a:cubicBezTo>
                  <a:close/>
                  <a:moveTo>
                    <a:pt x="4818" y="5514"/>
                  </a:moveTo>
                  <a:cubicBezTo>
                    <a:pt x="4809" y="5545"/>
                    <a:pt x="4804" y="5577"/>
                    <a:pt x="4804" y="5611"/>
                  </a:cubicBezTo>
                  <a:lnTo>
                    <a:pt x="4804" y="6034"/>
                  </a:lnTo>
                  <a:cubicBezTo>
                    <a:pt x="4804" y="6235"/>
                    <a:pt x="4967" y="6397"/>
                    <a:pt x="5167" y="6397"/>
                  </a:cubicBezTo>
                  <a:lnTo>
                    <a:pt x="8440" y="6397"/>
                  </a:lnTo>
                  <a:cubicBezTo>
                    <a:pt x="8640" y="6397"/>
                    <a:pt x="8803" y="6235"/>
                    <a:pt x="8803" y="6034"/>
                  </a:cubicBezTo>
                  <a:lnTo>
                    <a:pt x="8803" y="5611"/>
                  </a:lnTo>
                  <a:cubicBezTo>
                    <a:pt x="8803" y="5411"/>
                    <a:pt x="8640" y="5249"/>
                    <a:pt x="8440" y="5249"/>
                  </a:cubicBezTo>
                  <a:lnTo>
                    <a:pt x="5966" y="5249"/>
                  </a:lnTo>
                  <a:lnTo>
                    <a:pt x="5966" y="2069"/>
                  </a:lnTo>
                  <a:cubicBezTo>
                    <a:pt x="5966" y="1869"/>
                    <a:pt x="5804" y="1706"/>
                    <a:pt x="5604" y="1706"/>
                  </a:cubicBezTo>
                  <a:lnTo>
                    <a:pt x="5180" y="1706"/>
                  </a:lnTo>
                  <a:cubicBezTo>
                    <a:pt x="4980" y="1706"/>
                    <a:pt x="4818" y="1869"/>
                    <a:pt x="4818" y="2069"/>
                  </a:cubicBezTo>
                  <a:lnTo>
                    <a:pt x="4818" y="5514"/>
                  </a:lnTo>
                  <a:close/>
                </a:path>
              </a:pathLst>
            </a:custGeom>
            <a:solidFill>
              <a:srgbClr val="122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22E66"/>
                </a:solidFill>
                <a:cs typeface="+mn-ea"/>
              </a:endParaRPr>
            </a:p>
          </p:txBody>
        </p: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A655CC33-D2B4-FC9A-F882-EDF21372919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7350" y="5605502"/>
              <a:ext cx="369332" cy="369332"/>
            </a:xfrm>
            <a:prstGeom prst="rect">
              <a:avLst/>
            </a:prstGeom>
          </p:spPr>
        </p:pic>
        <p:pic>
          <p:nvPicPr>
            <p:cNvPr id="71" name="图形 70">
              <a:extLst>
                <a:ext uri="{FF2B5EF4-FFF2-40B4-BE49-F238E27FC236}">
                  <a16:creationId xmlns:a16="http://schemas.microsoft.com/office/drawing/2014/main" id="{2576A352-E022-74F4-5067-CD5324D55792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10886" y="5640228"/>
              <a:ext cx="292924" cy="2929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ṡ1íḋe">
            <a:extLst>
              <a:ext uri="{FF2B5EF4-FFF2-40B4-BE49-F238E27FC236}">
                <a16:creationId xmlns:a16="http://schemas.microsoft.com/office/drawing/2014/main" id="{C87E4BDF-5709-8B2D-1BB2-665720B0B5FC}"/>
              </a:ext>
            </a:extLst>
          </p:cNvPr>
          <p:cNvSpPr>
            <a:spLocks/>
          </p:cNvSpPr>
          <p:nvPr/>
        </p:nvSpPr>
        <p:spPr>
          <a:xfrm>
            <a:off x="9108" y="0"/>
            <a:ext cx="12173784" cy="3423173"/>
          </a:xfrm>
          <a:prstGeom prst="rect">
            <a:avLst/>
          </a:prstGeom>
          <a:solidFill>
            <a:srgbClr val="122E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4" name="iš1íḍè">
            <a:extLst>
              <a:ext uri="{FF2B5EF4-FFF2-40B4-BE49-F238E27FC236}">
                <a16:creationId xmlns:a16="http://schemas.microsoft.com/office/drawing/2014/main" id="{8252E94C-87D3-2023-99DC-4DDB07576459}"/>
              </a:ext>
            </a:extLst>
          </p:cNvPr>
          <p:cNvSpPr/>
          <p:nvPr/>
        </p:nvSpPr>
        <p:spPr>
          <a:xfrm>
            <a:off x="274736" y="451250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" name="iṡ1íḋe">
            <a:extLst>
              <a:ext uri="{FF2B5EF4-FFF2-40B4-BE49-F238E27FC236}">
                <a16:creationId xmlns:a16="http://schemas.microsoft.com/office/drawing/2014/main" id="{23AD242B-63F2-D35F-E5C6-7DABE4A1125C}"/>
              </a:ext>
            </a:extLst>
          </p:cNvPr>
          <p:cNvSpPr/>
          <p:nvPr/>
        </p:nvSpPr>
        <p:spPr>
          <a:xfrm>
            <a:off x="464509" y="690990"/>
            <a:ext cx="11229278" cy="5464366"/>
          </a:xfrm>
          <a:prstGeom prst="rect">
            <a:avLst/>
          </a:prstGeom>
          <a:solidFill>
            <a:schemeClr val="bg1"/>
          </a:solidFill>
          <a:ln w="22225">
            <a:solidFill>
              <a:srgbClr val="0E419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EB44E2-C8FC-6C1E-5C51-1495D317C872}"/>
              </a:ext>
            </a:extLst>
          </p:cNvPr>
          <p:cNvSpPr txBox="1"/>
          <p:nvPr/>
        </p:nvSpPr>
        <p:spPr>
          <a:xfrm>
            <a:off x="4945685" y="1557545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spc="600" dirty="0">
                <a:solidFill>
                  <a:schemeClr val="bg1">
                    <a:lumMod val="95000"/>
                  </a:schemeClr>
                </a:solidFill>
                <a:latin typeface="Perpetua Titling MT" panose="02020502060505020804" pitchFamily="18" charset="0"/>
                <a:cs typeface="+mn-ea"/>
              </a:rPr>
              <a:t>CONTENTS</a:t>
            </a:r>
            <a:endParaRPr lang="zh-CN" altLang="en-US" b="1" spc="600" dirty="0">
              <a:solidFill>
                <a:schemeClr val="bg1">
                  <a:lumMod val="95000"/>
                </a:schemeClr>
              </a:solidFill>
              <a:latin typeface="Perpetua Titling MT" panose="02020502060505020804" pitchFamily="18" charset="0"/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522964-A3AF-5DD6-1281-3B3F29F73962}"/>
              </a:ext>
            </a:extLst>
          </p:cNvPr>
          <p:cNvSpPr txBox="1"/>
          <p:nvPr/>
        </p:nvSpPr>
        <p:spPr>
          <a:xfrm>
            <a:off x="5102779" y="873760"/>
            <a:ext cx="19864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500" dirty="0">
                <a:solidFill>
                  <a:srgbClr val="122E66"/>
                </a:solidFill>
                <a:latin typeface="+mn-ea"/>
                <a:cs typeface="+mn-ea"/>
              </a:rPr>
              <a:t>目录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F9FCE9A-C0AD-CA89-F4B3-DD3CA00CD1B3}"/>
              </a:ext>
            </a:extLst>
          </p:cNvPr>
          <p:cNvGrpSpPr/>
          <p:nvPr/>
        </p:nvGrpSpPr>
        <p:grpSpPr>
          <a:xfrm>
            <a:off x="1678322" y="2074644"/>
            <a:ext cx="3254563" cy="1084606"/>
            <a:chOff x="2377440" y="2130511"/>
            <a:chExt cx="2741369" cy="91358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F170150-757A-04BD-E05D-5EF56D614607}"/>
                </a:ext>
              </a:extLst>
            </p:cNvPr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7857AE7-7537-5DE3-F5A9-E57C6D3D94EC}"/>
                </a:ext>
              </a:extLst>
            </p:cNvPr>
            <p:cNvSpPr txBox="1"/>
            <p:nvPr/>
          </p:nvSpPr>
          <p:spPr>
            <a:xfrm>
              <a:off x="2377440" y="2130511"/>
              <a:ext cx="6078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01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CCB8D87-2DFC-F88D-4607-DB0135892A70}"/>
                </a:ext>
              </a:extLst>
            </p:cNvPr>
            <p:cNvSpPr txBox="1"/>
            <p:nvPr/>
          </p:nvSpPr>
          <p:spPr>
            <a:xfrm>
              <a:off x="3239435" y="2462021"/>
              <a:ext cx="1344148" cy="31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pc="300" dirty="0">
                  <a:latin typeface="+mn-ea"/>
                  <a:cs typeface="+mn-ea"/>
                </a:rPr>
                <a:t>项目概述</a:t>
              </a: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C87D5354-4B23-D4C3-97AF-4D0F57207143}"/>
              </a:ext>
            </a:extLst>
          </p:cNvPr>
          <p:cNvSpPr txBox="1"/>
          <p:nvPr/>
        </p:nvSpPr>
        <p:spPr>
          <a:xfrm>
            <a:off x="2621585" y="2787605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119C301-16EA-6757-B865-EF872C2731DD}"/>
              </a:ext>
            </a:extLst>
          </p:cNvPr>
          <p:cNvGrpSpPr/>
          <p:nvPr/>
        </p:nvGrpSpPr>
        <p:grpSpPr>
          <a:xfrm>
            <a:off x="1678321" y="4047211"/>
            <a:ext cx="3254563" cy="1084606"/>
            <a:chOff x="2377440" y="2130511"/>
            <a:chExt cx="2741369" cy="913580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54CCD29C-234A-C7C5-FF3A-5907BBB022A2}"/>
                </a:ext>
              </a:extLst>
            </p:cNvPr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C54869B-75BD-47E5-96E4-E8A8406B400E}"/>
                </a:ext>
              </a:extLst>
            </p:cNvPr>
            <p:cNvSpPr txBox="1"/>
            <p:nvPr/>
          </p:nvSpPr>
          <p:spPr>
            <a:xfrm>
              <a:off x="2377440" y="2130511"/>
              <a:ext cx="570069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03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C071DCF-52D2-3251-AADF-4852C44E90CC}"/>
                </a:ext>
              </a:extLst>
            </p:cNvPr>
            <p:cNvSpPr txBox="1"/>
            <p:nvPr/>
          </p:nvSpPr>
          <p:spPr>
            <a:xfrm>
              <a:off x="3273143" y="2488266"/>
              <a:ext cx="1344148" cy="31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pc="300" dirty="0">
                  <a:latin typeface="+mn-ea"/>
                  <a:cs typeface="+mn-ea"/>
                </a:rPr>
                <a:t>系统演示</a:t>
              </a:r>
            </a:p>
          </p:txBody>
        </p:sp>
      </p:grpSp>
      <p:sp>
        <p:nvSpPr>
          <p:cNvPr id="27" name="文本框 23">
            <a:extLst>
              <a:ext uri="{FF2B5EF4-FFF2-40B4-BE49-F238E27FC236}">
                <a16:creationId xmlns:a16="http://schemas.microsoft.com/office/drawing/2014/main" id="{7A03B762-2DE3-7D39-E24E-04DA274F69DA}"/>
              </a:ext>
            </a:extLst>
          </p:cNvPr>
          <p:cNvSpPr txBox="1"/>
          <p:nvPr/>
        </p:nvSpPr>
        <p:spPr>
          <a:xfrm>
            <a:off x="2399974" y="4803722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Demonstration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06A8805-B754-7869-7D02-CC4A1F978213}"/>
              </a:ext>
            </a:extLst>
          </p:cNvPr>
          <p:cNvGrpSpPr/>
          <p:nvPr/>
        </p:nvGrpSpPr>
        <p:grpSpPr>
          <a:xfrm>
            <a:off x="6915255" y="2042377"/>
            <a:ext cx="3254563" cy="1084606"/>
            <a:chOff x="2377440" y="2130511"/>
            <a:chExt cx="2741369" cy="9135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5E5315F-1F18-79CE-CB09-F7999227B29E}"/>
                </a:ext>
              </a:extLst>
            </p:cNvPr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926F4ED-13C0-4B2A-EE58-CC70B51B1109}"/>
                </a:ext>
              </a:extLst>
            </p:cNvPr>
            <p:cNvSpPr txBox="1"/>
            <p:nvPr/>
          </p:nvSpPr>
          <p:spPr>
            <a:xfrm>
              <a:off x="2377440" y="2130511"/>
              <a:ext cx="559267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02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07A952C-C04B-22D8-2E78-9EC05788EA36}"/>
                </a:ext>
              </a:extLst>
            </p:cNvPr>
            <p:cNvSpPr txBox="1"/>
            <p:nvPr/>
          </p:nvSpPr>
          <p:spPr>
            <a:xfrm>
              <a:off x="3251559" y="2486470"/>
              <a:ext cx="1344148" cy="31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pc="300" dirty="0">
                  <a:latin typeface="+mn-ea"/>
                  <a:cs typeface="+mn-ea"/>
                </a:rPr>
                <a:t>核心技术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42B567-EA4B-F328-5546-BEA4885445C9}"/>
              </a:ext>
            </a:extLst>
          </p:cNvPr>
          <p:cNvGrpSpPr/>
          <p:nvPr/>
        </p:nvGrpSpPr>
        <p:grpSpPr>
          <a:xfrm>
            <a:off x="6915255" y="4052717"/>
            <a:ext cx="3254563" cy="1084606"/>
            <a:chOff x="2377440" y="2130511"/>
            <a:chExt cx="2741369" cy="913580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07CAC9D9-AC81-B728-0E0A-74EA2E10DE25}"/>
                </a:ext>
              </a:extLst>
            </p:cNvPr>
            <p:cNvSpPr/>
            <p:nvPr/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D3BB787-23C5-CF8B-331C-7D3FD18E044B}"/>
                </a:ext>
              </a:extLst>
            </p:cNvPr>
            <p:cNvSpPr txBox="1"/>
            <p:nvPr/>
          </p:nvSpPr>
          <p:spPr>
            <a:xfrm>
              <a:off x="2377440" y="2130511"/>
              <a:ext cx="557917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04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9DF66D6-B0ED-2DD7-C30C-A70BB130E8A1}"/>
                </a:ext>
              </a:extLst>
            </p:cNvPr>
            <p:cNvSpPr txBox="1"/>
            <p:nvPr/>
          </p:nvSpPr>
          <p:spPr>
            <a:xfrm>
              <a:off x="3192469" y="2458253"/>
              <a:ext cx="1344148" cy="31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pc="300" dirty="0">
                  <a:latin typeface="+mn-ea"/>
                  <a:cs typeface="+mn-ea"/>
                </a:rPr>
                <a:t>项目总结</a:t>
              </a:r>
            </a:p>
          </p:txBody>
        </p:sp>
      </p:grpSp>
      <p:sp>
        <p:nvSpPr>
          <p:cNvPr id="26" name="文本框 18">
            <a:extLst>
              <a:ext uri="{FF2B5EF4-FFF2-40B4-BE49-F238E27FC236}">
                <a16:creationId xmlns:a16="http://schemas.microsoft.com/office/drawing/2014/main" id="{C4291480-CF16-BA11-E84F-0A966F67F22E}"/>
              </a:ext>
            </a:extLst>
          </p:cNvPr>
          <p:cNvSpPr txBox="1"/>
          <p:nvPr/>
        </p:nvSpPr>
        <p:spPr>
          <a:xfrm>
            <a:off x="7742748" y="2769509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Technologies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8">
            <a:extLst>
              <a:ext uri="{FF2B5EF4-FFF2-40B4-BE49-F238E27FC236}">
                <a16:creationId xmlns:a16="http://schemas.microsoft.com/office/drawing/2014/main" id="{889FBA49-4E4D-460B-8C86-CAA36C41446C}"/>
              </a:ext>
            </a:extLst>
          </p:cNvPr>
          <p:cNvSpPr txBox="1"/>
          <p:nvPr/>
        </p:nvSpPr>
        <p:spPr>
          <a:xfrm>
            <a:off x="7742748" y="4782955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Summary</a:t>
            </a:r>
            <a:endParaRPr lang="zh-CN" altLang="en-US" sz="1400" i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92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19D9943-2FC6-8BAB-6D63-95EB695E6EAF}"/>
              </a:ext>
            </a:extLst>
          </p:cNvPr>
          <p:cNvCxnSpPr>
            <a:cxnSpLocks/>
          </p:cNvCxnSpPr>
          <p:nvPr/>
        </p:nvCxnSpPr>
        <p:spPr>
          <a:xfrm flipV="1">
            <a:off x="707718" y="856366"/>
            <a:ext cx="0" cy="355445"/>
          </a:xfrm>
          <a:prstGeom prst="line">
            <a:avLst/>
          </a:prstGeom>
          <a:ln w="79375">
            <a:solidFill>
              <a:srgbClr val="122E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C4E42A1-1173-BF65-9D51-B943970D3E2D}"/>
              </a:ext>
            </a:extLst>
          </p:cNvPr>
          <p:cNvGrpSpPr/>
          <p:nvPr/>
        </p:nvGrpSpPr>
        <p:grpSpPr>
          <a:xfrm>
            <a:off x="1960642" y="2497257"/>
            <a:ext cx="8323142" cy="1816661"/>
            <a:chOff x="2377440" y="2692400"/>
            <a:chExt cx="2741369" cy="58928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022AB89-6D0B-C080-6500-2EB0B2CD2722}"/>
                </a:ext>
              </a:extLst>
            </p:cNvPr>
            <p:cNvSpPr/>
            <p:nvPr/>
          </p:nvSpPr>
          <p:spPr>
            <a:xfrm>
              <a:off x="2377440" y="2692400"/>
              <a:ext cx="2741369" cy="589280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7BBD986-2291-1F82-C6D6-5A39C9F1F1B9}"/>
                </a:ext>
              </a:extLst>
            </p:cNvPr>
            <p:cNvSpPr txBox="1"/>
            <p:nvPr/>
          </p:nvSpPr>
          <p:spPr>
            <a:xfrm>
              <a:off x="3313348" y="2879824"/>
              <a:ext cx="852286" cy="229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项目概述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52C36C23-5CCB-7DCD-395D-9BF5E016C560}"/>
              </a:ext>
            </a:extLst>
          </p:cNvPr>
          <p:cNvSpPr txBox="1"/>
          <p:nvPr/>
        </p:nvSpPr>
        <p:spPr>
          <a:xfrm>
            <a:off x="1960642" y="2121849"/>
            <a:ext cx="2587647" cy="26468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85000"/>
                    <a:alpha val="62000"/>
                  </a:schemeClr>
                </a:solidFill>
                <a:latin typeface="Impact" panose="020B0806030902050204" pitchFamily="34" charset="0"/>
                <a:cs typeface="+mn-ea"/>
              </a:rPr>
              <a:t>01</a:t>
            </a:r>
            <a:endParaRPr lang="zh-CN" altLang="en-US" sz="16600" dirty="0">
              <a:solidFill>
                <a:schemeClr val="bg1">
                  <a:lumMod val="85000"/>
                  <a:alpha val="62000"/>
                </a:schemeClr>
              </a:solidFill>
              <a:latin typeface="Impact" panose="020B0806030902050204" pitchFamily="34" charset="0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项目背景与目标</a:t>
              </a: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6CD58DC7-E7B5-833D-3CC0-CA42A2AD4F18}"/>
              </a:ext>
            </a:extLst>
          </p:cNvPr>
          <p:cNvSpPr/>
          <p:nvPr/>
        </p:nvSpPr>
        <p:spPr>
          <a:xfrm>
            <a:off x="3945190" y="1483192"/>
            <a:ext cx="7260043" cy="2038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Clr>
                <a:srgbClr val="0E419C"/>
              </a:buClr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  <a:sym typeface="Segoe UI Symbol" panose="020B0502040204020203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28A4184-7D15-284E-F51E-58D8BE36DAD4}"/>
              </a:ext>
            </a:extLst>
          </p:cNvPr>
          <p:cNvSpPr/>
          <p:nvPr/>
        </p:nvSpPr>
        <p:spPr>
          <a:xfrm>
            <a:off x="905915" y="3850812"/>
            <a:ext cx="7260043" cy="2038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Clr>
                <a:srgbClr val="0E419C"/>
              </a:buClr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  <a:sym typeface="Segoe UI Symbol" panose="020B0502040204020203" pitchFamily="34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A04670F-8D73-596A-3D69-0DF3ACA96B07}"/>
              </a:ext>
            </a:extLst>
          </p:cNvPr>
          <p:cNvSpPr/>
          <p:nvPr/>
        </p:nvSpPr>
        <p:spPr>
          <a:xfrm>
            <a:off x="841558" y="2065375"/>
            <a:ext cx="3310742" cy="50023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E419C"/>
              </a:gs>
              <a:gs pos="0">
                <a:srgbClr val="0E419C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600" dirty="0"/>
              <a:t>项目背景</a:t>
            </a:r>
          </a:p>
        </p:txBody>
      </p:sp>
      <p:pic>
        <p:nvPicPr>
          <p:cNvPr id="28" name="图形 27">
            <a:extLst>
              <a:ext uri="{FF2B5EF4-FFF2-40B4-BE49-F238E27FC236}">
                <a16:creationId xmlns:a16="http://schemas.microsoft.com/office/drawing/2014/main" id="{DF6DC337-7878-A206-DAB3-CD67FF36BE4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186" y="2100049"/>
            <a:ext cx="430888" cy="430888"/>
          </a:xfrm>
          <a:prstGeom prst="rect">
            <a:avLst/>
          </a:prstGeom>
        </p:spPr>
      </p:pic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AB81916-70D9-7BA1-BC4B-F6FCA3137176}"/>
              </a:ext>
            </a:extLst>
          </p:cNvPr>
          <p:cNvSpPr/>
          <p:nvPr/>
        </p:nvSpPr>
        <p:spPr>
          <a:xfrm>
            <a:off x="8077822" y="4619775"/>
            <a:ext cx="3310742" cy="50023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E419C">
                  <a:alpha val="0"/>
                </a:srgbClr>
              </a:gs>
              <a:gs pos="0">
                <a:srgbClr val="0E419C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600" dirty="0"/>
              <a:t>项目目标</a:t>
            </a: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62A4A411-8C6A-1E2C-1615-30B2F4163C0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7801" y="4619775"/>
            <a:ext cx="488038" cy="488038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F02692BD-3581-9909-7427-FD0CEAD7F755}"/>
              </a:ext>
            </a:extLst>
          </p:cNvPr>
          <p:cNvSpPr txBox="1"/>
          <p:nvPr/>
        </p:nvSpPr>
        <p:spPr>
          <a:xfrm>
            <a:off x="4315620" y="1677020"/>
            <a:ext cx="6582181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+mj-ea"/>
                <a:ea typeface="+mj-ea"/>
              </a:rPr>
              <a:t>校园快递量日益增多，许多学生因上课、实习等原因无法及时取件，同时存在有闲暇时间的学生愿意通过跑腿赚取少量报酬。本系统旨在搭建一个校园内的快递代取信息平台，让发布任务与接单更加便捷、规范。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86CEF28-D1B1-6A56-472F-641A467E7869}"/>
              </a:ext>
            </a:extLst>
          </p:cNvPr>
          <p:cNvSpPr txBox="1"/>
          <p:nvPr/>
        </p:nvSpPr>
        <p:spPr>
          <a:xfrm>
            <a:off x="1174531" y="4172616"/>
            <a:ext cx="6582181" cy="1160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+mj-ea"/>
                <a:ea typeface="+mj-ea"/>
                <a:sym typeface="+mn-lt"/>
              </a:rPr>
              <a:t>实现一个快递代取跑腿管理系统，支持学生发布取件订单、跑腿员浏览并接单、订单状态实时跟踪（待接单→已接单→配送中→已完成），并提供个人订单管理功能。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FC80280-2747-82EC-5495-248D805CF1BA}"/>
              </a:ext>
            </a:extLst>
          </p:cNvPr>
          <p:cNvSpPr/>
          <p:nvPr/>
        </p:nvSpPr>
        <p:spPr>
          <a:xfrm>
            <a:off x="274736" y="6432194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项目概述</a:t>
            </a:r>
          </a:p>
        </p:txBody>
      </p:sp>
    </p:spTree>
    <p:extLst>
      <p:ext uri="{BB962C8B-B14F-4D97-AF65-F5344CB8AC3E}">
        <p14:creationId xmlns:p14="http://schemas.microsoft.com/office/powerpoint/2010/main" val="228304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332254" y="359438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95CE547-C9BD-F42C-60B3-749AB12B9BFC}"/>
              </a:ext>
            </a:extLst>
          </p:cNvPr>
          <p:cNvGrpSpPr/>
          <p:nvPr/>
        </p:nvGrpSpPr>
        <p:grpSpPr>
          <a:xfrm>
            <a:off x="623331" y="1222681"/>
            <a:ext cx="10915571" cy="4045509"/>
            <a:chOff x="582665" y="1398952"/>
            <a:chExt cx="10915571" cy="4045509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C4070BC0-F761-F305-53D2-CCB0EA269F1B}"/>
                </a:ext>
              </a:extLst>
            </p:cNvPr>
            <p:cNvGrpSpPr/>
            <p:nvPr/>
          </p:nvGrpSpPr>
          <p:grpSpPr>
            <a:xfrm>
              <a:off x="856122" y="2970643"/>
              <a:ext cx="2309036" cy="1765734"/>
              <a:chOff x="856122" y="2915701"/>
              <a:chExt cx="2309036" cy="1765734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04670F0-0507-5991-32B0-1FF122530A99}"/>
                  </a:ext>
                </a:extLst>
              </p:cNvPr>
              <p:cNvSpPr txBox="1"/>
              <p:nvPr/>
            </p:nvSpPr>
            <p:spPr>
              <a:xfrm>
                <a:off x="856122" y="3889808"/>
                <a:ext cx="230903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注册、登录，区分普通用户与跑腿员。</a:t>
                </a:r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41149CD-C349-6376-6240-5016F594A703}"/>
                  </a:ext>
                </a:extLst>
              </p:cNvPr>
              <p:cNvGrpSpPr/>
              <p:nvPr/>
            </p:nvGrpSpPr>
            <p:grpSpPr>
              <a:xfrm>
                <a:off x="995234" y="2915701"/>
                <a:ext cx="1468657" cy="464871"/>
                <a:chOff x="1085321" y="3217001"/>
                <a:chExt cx="1468657" cy="464871"/>
              </a:xfrm>
            </p:grpSpPr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A0D092B-0C08-1BC2-5D40-71F7F5163CDA}"/>
                    </a:ext>
                  </a:extLst>
                </p:cNvPr>
                <p:cNvSpPr txBox="1"/>
                <p:nvPr/>
              </p:nvSpPr>
              <p:spPr>
                <a:xfrm>
                  <a:off x="1116226" y="3217001"/>
                  <a:ext cx="1437752" cy="464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pc="300" dirty="0">
                      <a:solidFill>
                        <a:srgbClr val="122E66"/>
                      </a:solidFill>
                      <a:latin typeface="思源黑体 CN Bold"/>
                      <a:ea typeface="思源宋体 CN" panose="02020400000000000000" pitchFamily="18" charset="-122"/>
                      <a:cs typeface="+mn-ea"/>
                      <a:sym typeface="+mn-lt"/>
                    </a:rPr>
                    <a:t>用户模块</a:t>
                  </a:r>
                  <a:endParaRPr lang="zh-CN" altLang="en-US" sz="1800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FF733E79-2EFA-CB51-2276-8009188A72FF}"/>
                    </a:ext>
                  </a:extLst>
                </p:cNvPr>
                <p:cNvCxnSpPr/>
                <p:nvPr/>
              </p:nvCxnSpPr>
              <p:spPr>
                <a:xfrm>
                  <a:off x="1085321" y="3353993"/>
                  <a:ext cx="0" cy="287072"/>
                </a:xfrm>
                <a:prstGeom prst="line">
                  <a:avLst/>
                </a:prstGeom>
                <a:ln w="50800">
                  <a:solidFill>
                    <a:srgbClr val="122E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B07DE56-2254-D965-6445-F8D569905166}"/>
                </a:ext>
              </a:extLst>
            </p:cNvPr>
            <p:cNvGrpSpPr/>
            <p:nvPr/>
          </p:nvGrpSpPr>
          <p:grpSpPr>
            <a:xfrm>
              <a:off x="3476061" y="2929836"/>
              <a:ext cx="2309036" cy="2514625"/>
              <a:chOff x="960820" y="2874894"/>
              <a:chExt cx="2309036" cy="2514625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B0AD40F-2CD2-7F81-81C4-93A8DA6474F6}"/>
                  </a:ext>
                </a:extLst>
              </p:cNvPr>
              <p:cNvSpPr txBox="1"/>
              <p:nvPr/>
            </p:nvSpPr>
            <p:spPr>
              <a:xfrm>
                <a:off x="960820" y="3859228"/>
                <a:ext cx="2309036" cy="1530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发布订单；跑腿员浏览未接订单并接单；更新订单进度；未接订单可取消。</a:t>
                </a:r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EB583D23-A5BE-9B99-31AB-31F4A93AA57F}"/>
                  </a:ext>
                </a:extLst>
              </p:cNvPr>
              <p:cNvGrpSpPr/>
              <p:nvPr/>
            </p:nvGrpSpPr>
            <p:grpSpPr>
              <a:xfrm>
                <a:off x="1068752" y="2874894"/>
                <a:ext cx="1484276" cy="464871"/>
                <a:chOff x="1158839" y="3176194"/>
                <a:chExt cx="1484276" cy="464871"/>
              </a:xfrm>
            </p:grpSpPr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6D70E00-E738-5978-0E2A-E0C7985858F3}"/>
                    </a:ext>
                  </a:extLst>
                </p:cNvPr>
                <p:cNvSpPr txBox="1"/>
                <p:nvPr/>
              </p:nvSpPr>
              <p:spPr>
                <a:xfrm>
                  <a:off x="1205363" y="3176194"/>
                  <a:ext cx="1437752" cy="464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pc="300" dirty="0">
                      <a:solidFill>
                        <a:srgbClr val="122E66"/>
                      </a:solidFill>
                      <a:latin typeface="思源黑体 CN Bold"/>
                      <a:ea typeface="思源宋体 CN" panose="02020400000000000000" pitchFamily="18" charset="-122"/>
                      <a:cs typeface="+mn-ea"/>
                      <a:sym typeface="+mn-lt"/>
                    </a:rPr>
                    <a:t>订单模块</a:t>
                  </a:r>
                  <a:endParaRPr lang="zh-CN" altLang="en-US" sz="1800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5C00DA25-E77B-6837-CC6E-27CF9FC08594}"/>
                    </a:ext>
                  </a:extLst>
                </p:cNvPr>
                <p:cNvCxnSpPr/>
                <p:nvPr/>
              </p:nvCxnSpPr>
              <p:spPr>
                <a:xfrm>
                  <a:off x="1158839" y="3305901"/>
                  <a:ext cx="0" cy="287072"/>
                </a:xfrm>
                <a:prstGeom prst="line">
                  <a:avLst/>
                </a:prstGeom>
                <a:ln w="50800">
                  <a:solidFill>
                    <a:srgbClr val="122E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8AE15281-70E7-C13C-4197-C6F8098D72FA}"/>
                </a:ext>
              </a:extLst>
            </p:cNvPr>
            <p:cNvGrpSpPr/>
            <p:nvPr/>
          </p:nvGrpSpPr>
          <p:grpSpPr>
            <a:xfrm>
              <a:off x="6096000" y="2929836"/>
              <a:ext cx="2309036" cy="2129232"/>
              <a:chOff x="1065518" y="2874894"/>
              <a:chExt cx="2309036" cy="2129232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9912F57-D8C1-3D6E-5C4A-2DC1AD6D2C89}"/>
                  </a:ext>
                </a:extLst>
              </p:cNvPr>
              <p:cNvSpPr txBox="1"/>
              <p:nvPr/>
            </p:nvSpPr>
            <p:spPr>
              <a:xfrm>
                <a:off x="1065518" y="3843167"/>
                <a:ext cx="2309036" cy="1160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用户查看个人订单状态，骑手中心查看个人接单记录。</a:t>
                </a:r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E33E4676-8AB2-2E96-6EEA-7D394A4262CD}"/>
                  </a:ext>
                </a:extLst>
              </p:cNvPr>
              <p:cNvGrpSpPr/>
              <p:nvPr/>
            </p:nvGrpSpPr>
            <p:grpSpPr>
              <a:xfrm>
                <a:off x="1185391" y="2874894"/>
                <a:ext cx="1478967" cy="464871"/>
                <a:chOff x="1275478" y="3176194"/>
                <a:chExt cx="1478967" cy="464871"/>
              </a:xfrm>
            </p:grpSpPr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A94B646-8C86-E06F-CABF-590EF50BE66C}"/>
                    </a:ext>
                  </a:extLst>
                </p:cNvPr>
                <p:cNvSpPr txBox="1"/>
                <p:nvPr/>
              </p:nvSpPr>
              <p:spPr>
                <a:xfrm>
                  <a:off x="1316693" y="3176194"/>
                  <a:ext cx="1437752" cy="464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pc="300" dirty="0">
                      <a:solidFill>
                        <a:srgbClr val="122E66"/>
                      </a:solidFill>
                      <a:latin typeface="思源黑体 CN Bold"/>
                      <a:ea typeface="思源宋体 CN" panose="02020400000000000000" pitchFamily="18" charset="-122"/>
                      <a:cs typeface="+mn-ea"/>
                      <a:sym typeface="+mn-lt"/>
                    </a:rPr>
                    <a:t>结算模块</a:t>
                  </a:r>
                  <a:endParaRPr lang="zh-CN" altLang="en-US" sz="1800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BC23185C-6DD7-B205-EF61-DA38C50503EE}"/>
                    </a:ext>
                  </a:extLst>
                </p:cNvPr>
                <p:cNvCxnSpPr/>
                <p:nvPr/>
              </p:nvCxnSpPr>
              <p:spPr>
                <a:xfrm>
                  <a:off x="1275478" y="3305901"/>
                  <a:ext cx="0" cy="287072"/>
                </a:xfrm>
                <a:prstGeom prst="line">
                  <a:avLst/>
                </a:prstGeom>
                <a:ln w="50800">
                  <a:solidFill>
                    <a:srgbClr val="122E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41E60F4D-1BFF-7DCC-AEF0-9E64FBC2281E}"/>
                </a:ext>
              </a:extLst>
            </p:cNvPr>
            <p:cNvGrpSpPr/>
            <p:nvPr/>
          </p:nvGrpSpPr>
          <p:grpSpPr>
            <a:xfrm>
              <a:off x="8767635" y="2929996"/>
              <a:ext cx="2309036" cy="1768258"/>
              <a:chOff x="1221913" y="2875054"/>
              <a:chExt cx="2309036" cy="1768258"/>
            </a:xfrm>
          </p:grpSpPr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AC862BC-6CF5-D31D-6C34-86F803FED349}"/>
                  </a:ext>
                </a:extLst>
              </p:cNvPr>
              <p:cNvSpPr txBox="1"/>
              <p:nvPr/>
            </p:nvSpPr>
            <p:spPr>
              <a:xfrm>
                <a:off x="1221913" y="3851685"/>
                <a:ext cx="230903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对账户、订单等信息进行管理</a:t>
                </a:r>
              </a:p>
            </p:txBody>
          </p: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5477E8E2-8C88-1956-E4F8-D4FA1FD6806F}"/>
                  </a:ext>
                </a:extLst>
              </p:cNvPr>
              <p:cNvGrpSpPr/>
              <p:nvPr/>
            </p:nvGrpSpPr>
            <p:grpSpPr>
              <a:xfrm>
                <a:off x="1267636" y="2875054"/>
                <a:ext cx="1879433" cy="463588"/>
                <a:chOff x="1357723" y="3176354"/>
                <a:chExt cx="1879433" cy="463588"/>
              </a:xfrm>
            </p:grpSpPr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EE05E371-2E88-3FE2-F3AC-5C57B5D85CF1}"/>
                    </a:ext>
                  </a:extLst>
                </p:cNvPr>
                <p:cNvSpPr txBox="1"/>
                <p:nvPr/>
              </p:nvSpPr>
              <p:spPr>
                <a:xfrm>
                  <a:off x="1357723" y="3176354"/>
                  <a:ext cx="1879433" cy="4635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pc="300" dirty="0">
                      <a:solidFill>
                        <a:srgbClr val="122E66"/>
                      </a:solidFill>
                      <a:latin typeface="思源黑体 CN Bold"/>
                      <a:ea typeface="思源宋体 CN" panose="02020400000000000000" pitchFamily="18" charset="-122"/>
                      <a:cs typeface="+mn-ea"/>
                      <a:sym typeface="+mn-lt"/>
                    </a:rPr>
                    <a:t>管理员模块</a:t>
                  </a:r>
                  <a:endParaRPr lang="zh-CN" altLang="en-US" sz="1800" spc="3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364FDFE7-5DF0-6744-8DE1-F1DA0743EE0F}"/>
                    </a:ext>
                  </a:extLst>
                </p:cNvPr>
                <p:cNvCxnSpPr/>
                <p:nvPr/>
              </p:nvCxnSpPr>
              <p:spPr>
                <a:xfrm>
                  <a:off x="1357724" y="3305901"/>
                  <a:ext cx="0" cy="287072"/>
                </a:xfrm>
                <a:prstGeom prst="line">
                  <a:avLst/>
                </a:prstGeom>
                <a:ln w="50800">
                  <a:solidFill>
                    <a:srgbClr val="122E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33292207-0CF8-145A-6471-1936F9C33781}"/>
                </a:ext>
              </a:extLst>
            </p:cNvPr>
            <p:cNvGrpSpPr/>
            <p:nvPr/>
          </p:nvGrpSpPr>
          <p:grpSpPr>
            <a:xfrm>
              <a:off x="582665" y="1398952"/>
              <a:ext cx="10915571" cy="587340"/>
              <a:chOff x="567898" y="877958"/>
              <a:chExt cx="10915571" cy="587340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3D7A9EB-9C6B-9027-39F1-EB73399778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1467" y="1226793"/>
                <a:ext cx="393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B6E957C-DA13-104F-04F2-78140EF99AC8}"/>
                  </a:ext>
                </a:extLst>
              </p:cNvPr>
              <p:cNvSpPr txBox="1"/>
              <p:nvPr/>
            </p:nvSpPr>
            <p:spPr>
              <a:xfrm>
                <a:off x="4801570" y="877958"/>
                <a:ext cx="2512485" cy="587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b="1" spc="600" dirty="0">
                    <a:solidFill>
                      <a:srgbClr val="122E66"/>
                    </a:solidFill>
                    <a:latin typeface="思源黑体 CN Bold"/>
                    <a:ea typeface="思源宋体 CN" panose="02020400000000000000" pitchFamily="18" charset="-122"/>
                    <a:cs typeface="+mn-ea"/>
                    <a:sym typeface="+mn-lt"/>
                  </a:rPr>
                  <a:t>核心功能清单</a:t>
                </a:r>
              </a:p>
            </p:txBody>
          </p: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F794F5B-0C13-A257-3B78-74CD0F4E1C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898" y="1238528"/>
                <a:ext cx="393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E36F1D9F-A563-4C54-26A3-9380215424B3}"/>
              </a:ext>
            </a:extLst>
          </p:cNvPr>
          <p:cNvSpPr/>
          <p:nvPr/>
        </p:nvSpPr>
        <p:spPr>
          <a:xfrm>
            <a:off x="338233" y="6405130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需求分析</a:t>
            </a:r>
          </a:p>
        </p:txBody>
      </p:sp>
    </p:spTree>
    <p:extLst>
      <p:ext uri="{BB962C8B-B14F-4D97-AF65-F5344CB8AC3E}">
        <p14:creationId xmlns:p14="http://schemas.microsoft.com/office/powerpoint/2010/main" val="413387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A05D110F-D9E6-00B1-B863-A8FC9C5F2CC5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项目概述</a:t>
            </a:r>
          </a:p>
        </p:txBody>
      </p:sp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开发环境与条件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221ABDB-AFFE-F42A-9B30-12706750C2C5}"/>
              </a:ext>
            </a:extLst>
          </p:cNvPr>
          <p:cNvGrpSpPr/>
          <p:nvPr/>
        </p:nvGrpSpPr>
        <p:grpSpPr>
          <a:xfrm>
            <a:off x="7853589" y="1556082"/>
            <a:ext cx="3644900" cy="1828799"/>
            <a:chOff x="7843964" y="1244601"/>
            <a:chExt cx="3644900" cy="1828799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BF82DCD-3075-E4CC-2A3E-F4A3F7C17DEA}"/>
                </a:ext>
              </a:extLst>
            </p:cNvPr>
            <p:cNvSpPr/>
            <p:nvPr/>
          </p:nvSpPr>
          <p:spPr>
            <a:xfrm>
              <a:off x="7843964" y="1244601"/>
              <a:ext cx="3644900" cy="1828799"/>
            </a:xfrm>
            <a:prstGeom prst="roundRect">
              <a:avLst>
                <a:gd name="adj" fmla="val 6448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9E5DC8C-5350-A030-D344-CFFBFC0C8688}"/>
                </a:ext>
              </a:extLst>
            </p:cNvPr>
            <p:cNvSpPr txBox="1"/>
            <p:nvPr/>
          </p:nvSpPr>
          <p:spPr>
            <a:xfrm>
              <a:off x="8254062" y="1409701"/>
              <a:ext cx="1437752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数据库</a:t>
              </a:r>
              <a:endParaRPr lang="zh-CN" altLang="en-US" sz="1800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385EBBE-17A3-9221-335B-9BBFE6DF5380}"/>
                </a:ext>
              </a:extLst>
            </p:cNvPr>
            <p:cNvSpPr txBox="1"/>
            <p:nvPr/>
          </p:nvSpPr>
          <p:spPr>
            <a:xfrm>
              <a:off x="8205445" y="2116050"/>
              <a:ext cx="2921938" cy="50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MySQL 8.0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299B63C-9AD9-682E-362E-295E32D8CB70}"/>
                </a:ext>
              </a:extLst>
            </p:cNvPr>
            <p:cNvCxnSpPr/>
            <p:nvPr/>
          </p:nvCxnSpPr>
          <p:spPr>
            <a:xfrm>
              <a:off x="8228662" y="1549400"/>
              <a:ext cx="0" cy="287072"/>
            </a:xfrm>
            <a:prstGeom prst="line">
              <a:avLst/>
            </a:prstGeom>
            <a:ln w="50800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66FA5F4-F54E-B054-6BD1-6FB82BAE50E8}"/>
              </a:ext>
            </a:extLst>
          </p:cNvPr>
          <p:cNvGrpSpPr/>
          <p:nvPr/>
        </p:nvGrpSpPr>
        <p:grpSpPr>
          <a:xfrm>
            <a:off x="7876806" y="4076868"/>
            <a:ext cx="3644900" cy="1828799"/>
            <a:chOff x="7867181" y="1232069"/>
            <a:chExt cx="3644900" cy="1828799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715FAB1-A6DA-C762-2AEE-F83BC2B5F551}"/>
                </a:ext>
              </a:extLst>
            </p:cNvPr>
            <p:cNvSpPr/>
            <p:nvPr/>
          </p:nvSpPr>
          <p:spPr>
            <a:xfrm>
              <a:off x="7867181" y="1232069"/>
              <a:ext cx="3644900" cy="1828799"/>
            </a:xfrm>
            <a:prstGeom prst="roundRect">
              <a:avLst>
                <a:gd name="adj" fmla="val 6448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B64C4C3-20F1-64D4-4089-595961A1BC79}"/>
                </a:ext>
              </a:extLst>
            </p:cNvPr>
            <p:cNvSpPr txBox="1"/>
            <p:nvPr/>
          </p:nvSpPr>
          <p:spPr>
            <a:xfrm>
              <a:off x="8254062" y="1409701"/>
              <a:ext cx="1437752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版本控制</a:t>
              </a:r>
              <a:endParaRPr lang="zh-CN" altLang="en-US" sz="1800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E0F3F7B-6CA6-8D62-3B19-C2D4270B8028}"/>
                </a:ext>
              </a:extLst>
            </p:cNvPr>
            <p:cNvSpPr txBox="1"/>
            <p:nvPr/>
          </p:nvSpPr>
          <p:spPr>
            <a:xfrm>
              <a:off x="8205445" y="2052204"/>
              <a:ext cx="2921938" cy="50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GitHub </a:t>
              </a:r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公开仓库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2DF9ADD-2A89-B627-F685-2737F83108AE}"/>
                </a:ext>
              </a:extLst>
            </p:cNvPr>
            <p:cNvCxnSpPr/>
            <p:nvPr/>
          </p:nvCxnSpPr>
          <p:spPr>
            <a:xfrm>
              <a:off x="8228662" y="1549400"/>
              <a:ext cx="0" cy="287072"/>
            </a:xfrm>
            <a:prstGeom prst="line">
              <a:avLst/>
            </a:prstGeom>
            <a:ln w="50800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306213A-054B-8F8E-AC0D-1E7993DEC1A6}"/>
              </a:ext>
            </a:extLst>
          </p:cNvPr>
          <p:cNvGrpSpPr/>
          <p:nvPr/>
        </p:nvGrpSpPr>
        <p:grpSpPr>
          <a:xfrm>
            <a:off x="628650" y="1556082"/>
            <a:ext cx="3644900" cy="1828799"/>
            <a:chOff x="7843964" y="1244601"/>
            <a:chExt cx="3644900" cy="1828799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A51030A4-DA2B-FA5C-C584-F37BB4FB100F}"/>
                </a:ext>
              </a:extLst>
            </p:cNvPr>
            <p:cNvSpPr/>
            <p:nvPr/>
          </p:nvSpPr>
          <p:spPr>
            <a:xfrm>
              <a:off x="7843964" y="1244601"/>
              <a:ext cx="3644900" cy="1828799"/>
            </a:xfrm>
            <a:prstGeom prst="roundRect">
              <a:avLst>
                <a:gd name="adj" fmla="val 6448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2BB8C01-8720-E889-A059-0AC887AA906D}"/>
                </a:ext>
              </a:extLst>
            </p:cNvPr>
            <p:cNvSpPr txBox="1"/>
            <p:nvPr/>
          </p:nvSpPr>
          <p:spPr>
            <a:xfrm>
              <a:off x="8254062" y="1409701"/>
              <a:ext cx="1437752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开发工具</a:t>
              </a:r>
              <a:endParaRPr lang="zh-CN" altLang="en-US" sz="1800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D936365-5BDB-D3FE-1919-5299A5F78E74}"/>
                </a:ext>
              </a:extLst>
            </p:cNvPr>
            <p:cNvSpPr txBox="1"/>
            <p:nvPr/>
          </p:nvSpPr>
          <p:spPr>
            <a:xfrm>
              <a:off x="8228662" y="1894028"/>
              <a:ext cx="2921938" cy="96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VS Code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IntelliJ IDEA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9B402336-E24F-FF30-20EC-4F2333D98E19}"/>
                </a:ext>
              </a:extLst>
            </p:cNvPr>
            <p:cNvCxnSpPr/>
            <p:nvPr/>
          </p:nvCxnSpPr>
          <p:spPr>
            <a:xfrm>
              <a:off x="8228662" y="1549400"/>
              <a:ext cx="0" cy="287072"/>
            </a:xfrm>
            <a:prstGeom prst="line">
              <a:avLst/>
            </a:prstGeom>
            <a:ln w="50800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28AC9BD-4A31-F8EE-B3B4-580D26878209}"/>
              </a:ext>
            </a:extLst>
          </p:cNvPr>
          <p:cNvGrpSpPr/>
          <p:nvPr/>
        </p:nvGrpSpPr>
        <p:grpSpPr>
          <a:xfrm>
            <a:off x="652336" y="4042716"/>
            <a:ext cx="3644900" cy="1828799"/>
            <a:chOff x="7843964" y="1244601"/>
            <a:chExt cx="3644900" cy="18287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056BFA55-221B-5C7A-70A2-EB7BE02376CA}"/>
                </a:ext>
              </a:extLst>
            </p:cNvPr>
            <p:cNvSpPr/>
            <p:nvPr/>
          </p:nvSpPr>
          <p:spPr>
            <a:xfrm>
              <a:off x="7843964" y="1244601"/>
              <a:ext cx="3644900" cy="1828799"/>
            </a:xfrm>
            <a:prstGeom prst="roundRect">
              <a:avLst>
                <a:gd name="adj" fmla="val 6448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13E21E6-9BDB-5F21-C004-A351692C762A}"/>
                </a:ext>
              </a:extLst>
            </p:cNvPr>
            <p:cNvSpPr txBox="1"/>
            <p:nvPr/>
          </p:nvSpPr>
          <p:spPr>
            <a:xfrm>
              <a:off x="8254062" y="1409701"/>
              <a:ext cx="1437752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pc="300" dirty="0">
                  <a:solidFill>
                    <a:srgbClr val="122E66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运行环境</a:t>
              </a:r>
              <a:endParaRPr lang="zh-CN" altLang="en-US" sz="1800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E3F10AA-F88C-AE26-CF41-A602B5BE96CC}"/>
                </a:ext>
              </a:extLst>
            </p:cNvPr>
            <p:cNvSpPr txBox="1"/>
            <p:nvPr/>
          </p:nvSpPr>
          <p:spPr>
            <a:xfrm>
              <a:off x="8228662" y="1894028"/>
              <a:ext cx="2921938" cy="96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JDK 17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 Windows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E7E773A4-5FD5-3D85-B164-056C9E671297}"/>
                </a:ext>
              </a:extLst>
            </p:cNvPr>
            <p:cNvCxnSpPr/>
            <p:nvPr/>
          </p:nvCxnSpPr>
          <p:spPr>
            <a:xfrm>
              <a:off x="8228662" y="1549400"/>
              <a:ext cx="0" cy="287072"/>
            </a:xfrm>
            <a:prstGeom prst="line">
              <a:avLst/>
            </a:prstGeom>
            <a:ln w="50800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438FB6A-EF11-C01D-00F5-B2FCB069F09C}"/>
              </a:ext>
            </a:extLst>
          </p:cNvPr>
          <p:cNvGrpSpPr/>
          <p:nvPr/>
        </p:nvGrpSpPr>
        <p:grpSpPr>
          <a:xfrm>
            <a:off x="4762500" y="2108200"/>
            <a:ext cx="2667000" cy="2641600"/>
            <a:chOff x="4762500" y="2108200"/>
            <a:chExt cx="2667000" cy="2641600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E29F86B-CDC6-B01D-C531-64AE6D44207E}"/>
                </a:ext>
              </a:extLst>
            </p:cNvPr>
            <p:cNvGrpSpPr/>
            <p:nvPr/>
          </p:nvGrpSpPr>
          <p:grpSpPr>
            <a:xfrm>
              <a:off x="4762500" y="2108200"/>
              <a:ext cx="2667000" cy="2641600"/>
              <a:chOff x="4013200" y="927100"/>
              <a:chExt cx="2667000" cy="2641600"/>
            </a:xfrm>
          </p:grpSpPr>
          <p:sp>
            <p:nvSpPr>
              <p:cNvPr id="53" name="泪滴形 52">
                <a:extLst>
                  <a:ext uri="{FF2B5EF4-FFF2-40B4-BE49-F238E27FC236}">
                    <a16:creationId xmlns:a16="http://schemas.microsoft.com/office/drawing/2014/main" id="{AE7BC180-9554-E3F2-FA23-B117FEF8903D}"/>
                  </a:ext>
                </a:extLst>
              </p:cNvPr>
              <p:cNvSpPr/>
              <p:nvPr/>
            </p:nvSpPr>
            <p:spPr>
              <a:xfrm>
                <a:off x="4038600" y="2311400"/>
                <a:ext cx="1257300" cy="1257300"/>
              </a:xfrm>
              <a:prstGeom prst="teardrop">
                <a:avLst/>
              </a:prstGeom>
              <a:gradFill>
                <a:gsLst>
                  <a:gs pos="0">
                    <a:srgbClr val="122E66"/>
                  </a:gs>
                  <a:gs pos="100000">
                    <a:srgbClr val="122E66">
                      <a:alpha val="95000"/>
                    </a:srgb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泪滴形 53">
                <a:extLst>
                  <a:ext uri="{FF2B5EF4-FFF2-40B4-BE49-F238E27FC236}">
                    <a16:creationId xmlns:a16="http://schemas.microsoft.com/office/drawing/2014/main" id="{6B472ACD-8952-F3D3-A3EA-1EA82F77E97C}"/>
                  </a:ext>
                </a:extLst>
              </p:cNvPr>
              <p:cNvSpPr/>
              <p:nvPr/>
            </p:nvSpPr>
            <p:spPr>
              <a:xfrm rot="16200000" flipH="1">
                <a:off x="5422900" y="927100"/>
                <a:ext cx="1257300" cy="1257300"/>
              </a:xfrm>
              <a:prstGeom prst="teardrop">
                <a:avLst/>
              </a:prstGeom>
              <a:gradFill>
                <a:gsLst>
                  <a:gs pos="0">
                    <a:srgbClr val="122E66"/>
                  </a:gs>
                  <a:gs pos="100000">
                    <a:srgbClr val="122E66">
                      <a:alpha val="95000"/>
                    </a:srgb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泪滴形 54">
                <a:extLst>
                  <a:ext uri="{FF2B5EF4-FFF2-40B4-BE49-F238E27FC236}">
                    <a16:creationId xmlns:a16="http://schemas.microsoft.com/office/drawing/2014/main" id="{D8CD9E3C-B2E8-E048-013A-352B664238E9}"/>
                  </a:ext>
                </a:extLst>
              </p:cNvPr>
              <p:cNvSpPr/>
              <p:nvPr/>
            </p:nvSpPr>
            <p:spPr>
              <a:xfrm rot="5400000">
                <a:off x="4013200" y="927100"/>
                <a:ext cx="1257300" cy="1257300"/>
              </a:xfrm>
              <a:prstGeom prst="teardrop">
                <a:avLst/>
              </a:prstGeom>
              <a:gradFill>
                <a:gsLst>
                  <a:gs pos="0">
                    <a:srgbClr val="122E66"/>
                  </a:gs>
                  <a:gs pos="100000">
                    <a:srgbClr val="122E66">
                      <a:alpha val="95000"/>
                    </a:srgb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泪滴形 55">
                <a:extLst>
                  <a:ext uri="{FF2B5EF4-FFF2-40B4-BE49-F238E27FC236}">
                    <a16:creationId xmlns:a16="http://schemas.microsoft.com/office/drawing/2014/main" id="{296473E0-8436-DEF5-B484-1C0829BCE2E5}"/>
                  </a:ext>
                </a:extLst>
              </p:cNvPr>
              <p:cNvSpPr/>
              <p:nvPr/>
            </p:nvSpPr>
            <p:spPr>
              <a:xfrm rot="16200000">
                <a:off x="5422900" y="2311400"/>
                <a:ext cx="1257300" cy="1257300"/>
              </a:xfrm>
              <a:prstGeom prst="teardrop">
                <a:avLst/>
              </a:prstGeom>
              <a:gradFill>
                <a:gsLst>
                  <a:gs pos="0">
                    <a:srgbClr val="122E66"/>
                  </a:gs>
                  <a:gs pos="100000">
                    <a:srgbClr val="122E66">
                      <a:alpha val="95000"/>
                    </a:srgb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" name="iconfont-10026-4294046">
              <a:extLst>
                <a:ext uri="{FF2B5EF4-FFF2-40B4-BE49-F238E27FC236}">
                  <a16:creationId xmlns:a16="http://schemas.microsoft.com/office/drawing/2014/main" id="{80B87339-0EA7-D5C1-9202-BC1B82C976CE}"/>
                </a:ext>
              </a:extLst>
            </p:cNvPr>
            <p:cNvSpPr/>
            <p:nvPr/>
          </p:nvSpPr>
          <p:spPr>
            <a:xfrm>
              <a:off x="5160885" y="2452930"/>
              <a:ext cx="499502" cy="455494"/>
            </a:xfrm>
            <a:custGeom>
              <a:avLst/>
              <a:gdLst>
                <a:gd name="T0" fmla="*/ 1078 w 12224"/>
                <a:gd name="T1" fmla="*/ 9708 h 11146"/>
                <a:gd name="T2" fmla="*/ 2157 w 12224"/>
                <a:gd name="T3" fmla="*/ 8629 h 11146"/>
                <a:gd name="T4" fmla="*/ 2157 w 12224"/>
                <a:gd name="T5" fmla="*/ 2517 h 11146"/>
                <a:gd name="T6" fmla="*/ 1078 w 12224"/>
                <a:gd name="T7" fmla="*/ 1438 h 11146"/>
                <a:gd name="T8" fmla="*/ 0 w 12224"/>
                <a:gd name="T9" fmla="*/ 2517 h 11146"/>
                <a:gd name="T10" fmla="*/ 0 w 12224"/>
                <a:gd name="T11" fmla="*/ 8629 h 11146"/>
                <a:gd name="T12" fmla="*/ 1078 w 12224"/>
                <a:gd name="T13" fmla="*/ 9708 h 11146"/>
                <a:gd name="T14" fmla="*/ 719 w 12224"/>
                <a:gd name="T15" fmla="*/ 2517 h 11146"/>
                <a:gd name="T16" fmla="*/ 1078 w 12224"/>
                <a:gd name="T17" fmla="*/ 2157 h 11146"/>
                <a:gd name="T18" fmla="*/ 1438 w 12224"/>
                <a:gd name="T19" fmla="*/ 2517 h 11146"/>
                <a:gd name="T20" fmla="*/ 1438 w 12224"/>
                <a:gd name="T21" fmla="*/ 8629 h 11146"/>
                <a:gd name="T22" fmla="*/ 1078 w 12224"/>
                <a:gd name="T23" fmla="*/ 8989 h 11146"/>
                <a:gd name="T24" fmla="*/ 719 w 12224"/>
                <a:gd name="T25" fmla="*/ 8629 h 11146"/>
                <a:gd name="T26" fmla="*/ 719 w 12224"/>
                <a:gd name="T27" fmla="*/ 2517 h 11146"/>
                <a:gd name="T28" fmla="*/ 4314 w 12224"/>
                <a:gd name="T29" fmla="*/ 9708 h 11146"/>
                <a:gd name="T30" fmla="*/ 5393 w 12224"/>
                <a:gd name="T31" fmla="*/ 8629 h 11146"/>
                <a:gd name="T32" fmla="*/ 5393 w 12224"/>
                <a:gd name="T33" fmla="*/ 5393 h 11146"/>
                <a:gd name="T34" fmla="*/ 4314 w 12224"/>
                <a:gd name="T35" fmla="*/ 4315 h 11146"/>
                <a:gd name="T36" fmla="*/ 3236 w 12224"/>
                <a:gd name="T37" fmla="*/ 5393 h 11146"/>
                <a:gd name="T38" fmla="*/ 3236 w 12224"/>
                <a:gd name="T39" fmla="*/ 8629 h 11146"/>
                <a:gd name="T40" fmla="*/ 4314 w 12224"/>
                <a:gd name="T41" fmla="*/ 9708 h 11146"/>
                <a:gd name="T42" fmla="*/ 3955 w 12224"/>
                <a:gd name="T43" fmla="*/ 5393 h 11146"/>
                <a:gd name="T44" fmla="*/ 4314 w 12224"/>
                <a:gd name="T45" fmla="*/ 5034 h 11146"/>
                <a:gd name="T46" fmla="*/ 4674 w 12224"/>
                <a:gd name="T47" fmla="*/ 5393 h 11146"/>
                <a:gd name="T48" fmla="*/ 4674 w 12224"/>
                <a:gd name="T49" fmla="*/ 8629 h 11146"/>
                <a:gd name="T50" fmla="*/ 4314 w 12224"/>
                <a:gd name="T51" fmla="*/ 8989 h 11146"/>
                <a:gd name="T52" fmla="*/ 3955 w 12224"/>
                <a:gd name="T53" fmla="*/ 8629 h 11146"/>
                <a:gd name="T54" fmla="*/ 3955 w 12224"/>
                <a:gd name="T55" fmla="*/ 5393 h 11146"/>
                <a:gd name="T56" fmla="*/ 10786 w 12224"/>
                <a:gd name="T57" fmla="*/ 9708 h 11146"/>
                <a:gd name="T58" fmla="*/ 11865 w 12224"/>
                <a:gd name="T59" fmla="*/ 8629 h 11146"/>
                <a:gd name="T60" fmla="*/ 11865 w 12224"/>
                <a:gd name="T61" fmla="*/ 6472 h 11146"/>
                <a:gd name="T62" fmla="*/ 10786 w 12224"/>
                <a:gd name="T63" fmla="*/ 5393 h 11146"/>
                <a:gd name="T64" fmla="*/ 9707 w 12224"/>
                <a:gd name="T65" fmla="*/ 6472 h 11146"/>
                <a:gd name="T66" fmla="*/ 9707 w 12224"/>
                <a:gd name="T67" fmla="*/ 8629 h 11146"/>
                <a:gd name="T68" fmla="*/ 10786 w 12224"/>
                <a:gd name="T69" fmla="*/ 9708 h 11146"/>
                <a:gd name="T70" fmla="*/ 10427 w 12224"/>
                <a:gd name="T71" fmla="*/ 6472 h 11146"/>
                <a:gd name="T72" fmla="*/ 10786 w 12224"/>
                <a:gd name="T73" fmla="*/ 6112 h 11146"/>
                <a:gd name="T74" fmla="*/ 11146 w 12224"/>
                <a:gd name="T75" fmla="*/ 6472 h 11146"/>
                <a:gd name="T76" fmla="*/ 11146 w 12224"/>
                <a:gd name="T77" fmla="*/ 8629 h 11146"/>
                <a:gd name="T78" fmla="*/ 10786 w 12224"/>
                <a:gd name="T79" fmla="*/ 8989 h 11146"/>
                <a:gd name="T80" fmla="*/ 10427 w 12224"/>
                <a:gd name="T81" fmla="*/ 8629 h 11146"/>
                <a:gd name="T82" fmla="*/ 10427 w 12224"/>
                <a:gd name="T83" fmla="*/ 6472 h 11146"/>
                <a:gd name="T84" fmla="*/ 7550 w 12224"/>
                <a:gd name="T85" fmla="*/ 9708 h 11146"/>
                <a:gd name="T86" fmla="*/ 8629 w 12224"/>
                <a:gd name="T87" fmla="*/ 8629 h 11146"/>
                <a:gd name="T88" fmla="*/ 8629 w 12224"/>
                <a:gd name="T89" fmla="*/ 1079 h 11146"/>
                <a:gd name="T90" fmla="*/ 7550 w 12224"/>
                <a:gd name="T91" fmla="*/ 0 h 11146"/>
                <a:gd name="T92" fmla="*/ 6472 w 12224"/>
                <a:gd name="T93" fmla="*/ 1079 h 11146"/>
                <a:gd name="T94" fmla="*/ 6472 w 12224"/>
                <a:gd name="T95" fmla="*/ 8629 h 11146"/>
                <a:gd name="T96" fmla="*/ 7550 w 12224"/>
                <a:gd name="T97" fmla="*/ 9708 h 11146"/>
                <a:gd name="T98" fmla="*/ 7191 w 12224"/>
                <a:gd name="T99" fmla="*/ 1079 h 11146"/>
                <a:gd name="T100" fmla="*/ 7550 w 12224"/>
                <a:gd name="T101" fmla="*/ 719 h 11146"/>
                <a:gd name="T102" fmla="*/ 7910 w 12224"/>
                <a:gd name="T103" fmla="*/ 1079 h 11146"/>
                <a:gd name="T104" fmla="*/ 7910 w 12224"/>
                <a:gd name="T105" fmla="*/ 8629 h 11146"/>
                <a:gd name="T106" fmla="*/ 7550 w 12224"/>
                <a:gd name="T107" fmla="*/ 8989 h 11146"/>
                <a:gd name="T108" fmla="*/ 7191 w 12224"/>
                <a:gd name="T109" fmla="*/ 8629 h 11146"/>
                <a:gd name="T110" fmla="*/ 7191 w 12224"/>
                <a:gd name="T111" fmla="*/ 1079 h 11146"/>
                <a:gd name="T112" fmla="*/ 0 w 12224"/>
                <a:gd name="T113" fmla="*/ 10427 h 11146"/>
                <a:gd name="T114" fmla="*/ 12224 w 12224"/>
                <a:gd name="T115" fmla="*/ 10427 h 11146"/>
                <a:gd name="T116" fmla="*/ 12224 w 12224"/>
                <a:gd name="T117" fmla="*/ 11146 h 11146"/>
                <a:gd name="T118" fmla="*/ 0 w 12224"/>
                <a:gd name="T119" fmla="*/ 11146 h 11146"/>
                <a:gd name="T120" fmla="*/ 0 w 12224"/>
                <a:gd name="T121" fmla="*/ 10427 h 1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224" h="11146">
                  <a:moveTo>
                    <a:pt x="1078" y="9708"/>
                  </a:moveTo>
                  <a:cubicBezTo>
                    <a:pt x="1673" y="9708"/>
                    <a:pt x="2157" y="9224"/>
                    <a:pt x="2157" y="8629"/>
                  </a:cubicBezTo>
                  <a:lnTo>
                    <a:pt x="2157" y="2517"/>
                  </a:lnTo>
                  <a:cubicBezTo>
                    <a:pt x="2157" y="1922"/>
                    <a:pt x="1673" y="1438"/>
                    <a:pt x="1078" y="1438"/>
                  </a:cubicBezTo>
                  <a:cubicBezTo>
                    <a:pt x="484" y="1438"/>
                    <a:pt x="0" y="1922"/>
                    <a:pt x="0" y="2517"/>
                  </a:cubicBezTo>
                  <a:lnTo>
                    <a:pt x="0" y="8629"/>
                  </a:lnTo>
                  <a:cubicBezTo>
                    <a:pt x="0" y="9224"/>
                    <a:pt x="484" y="9708"/>
                    <a:pt x="1078" y="9708"/>
                  </a:cubicBezTo>
                  <a:close/>
                  <a:moveTo>
                    <a:pt x="719" y="2517"/>
                  </a:moveTo>
                  <a:cubicBezTo>
                    <a:pt x="719" y="2319"/>
                    <a:pt x="880" y="2157"/>
                    <a:pt x="1078" y="2157"/>
                  </a:cubicBezTo>
                  <a:cubicBezTo>
                    <a:pt x="1277" y="2157"/>
                    <a:pt x="1438" y="2319"/>
                    <a:pt x="1438" y="2517"/>
                  </a:cubicBezTo>
                  <a:lnTo>
                    <a:pt x="1438" y="8629"/>
                  </a:lnTo>
                  <a:cubicBezTo>
                    <a:pt x="1438" y="8827"/>
                    <a:pt x="1277" y="8989"/>
                    <a:pt x="1078" y="8989"/>
                  </a:cubicBezTo>
                  <a:cubicBezTo>
                    <a:pt x="880" y="8989"/>
                    <a:pt x="719" y="8827"/>
                    <a:pt x="719" y="8629"/>
                  </a:cubicBezTo>
                  <a:lnTo>
                    <a:pt x="719" y="2517"/>
                  </a:lnTo>
                  <a:close/>
                  <a:moveTo>
                    <a:pt x="4314" y="9708"/>
                  </a:moveTo>
                  <a:cubicBezTo>
                    <a:pt x="4909" y="9708"/>
                    <a:pt x="5393" y="9224"/>
                    <a:pt x="5393" y="8629"/>
                  </a:cubicBezTo>
                  <a:lnTo>
                    <a:pt x="5393" y="5393"/>
                  </a:lnTo>
                  <a:cubicBezTo>
                    <a:pt x="5393" y="4798"/>
                    <a:pt x="4909" y="4315"/>
                    <a:pt x="4314" y="4315"/>
                  </a:cubicBezTo>
                  <a:cubicBezTo>
                    <a:pt x="3719" y="4315"/>
                    <a:pt x="3236" y="4798"/>
                    <a:pt x="3236" y="5393"/>
                  </a:cubicBezTo>
                  <a:lnTo>
                    <a:pt x="3236" y="8629"/>
                  </a:lnTo>
                  <a:cubicBezTo>
                    <a:pt x="3236" y="9224"/>
                    <a:pt x="3719" y="9708"/>
                    <a:pt x="4314" y="9708"/>
                  </a:cubicBezTo>
                  <a:close/>
                  <a:moveTo>
                    <a:pt x="3955" y="5393"/>
                  </a:moveTo>
                  <a:cubicBezTo>
                    <a:pt x="3955" y="5195"/>
                    <a:pt x="4116" y="5034"/>
                    <a:pt x="4314" y="5034"/>
                  </a:cubicBezTo>
                  <a:cubicBezTo>
                    <a:pt x="4513" y="5034"/>
                    <a:pt x="4674" y="5195"/>
                    <a:pt x="4674" y="5393"/>
                  </a:cubicBezTo>
                  <a:lnTo>
                    <a:pt x="4674" y="8629"/>
                  </a:lnTo>
                  <a:cubicBezTo>
                    <a:pt x="4674" y="8827"/>
                    <a:pt x="4513" y="8989"/>
                    <a:pt x="4314" y="8989"/>
                  </a:cubicBezTo>
                  <a:cubicBezTo>
                    <a:pt x="4116" y="8989"/>
                    <a:pt x="3955" y="8827"/>
                    <a:pt x="3955" y="8629"/>
                  </a:cubicBezTo>
                  <a:lnTo>
                    <a:pt x="3955" y="5393"/>
                  </a:lnTo>
                  <a:close/>
                  <a:moveTo>
                    <a:pt x="10786" y="9708"/>
                  </a:moveTo>
                  <a:cubicBezTo>
                    <a:pt x="11381" y="9708"/>
                    <a:pt x="11865" y="9224"/>
                    <a:pt x="11865" y="8629"/>
                  </a:cubicBezTo>
                  <a:lnTo>
                    <a:pt x="11865" y="6472"/>
                  </a:lnTo>
                  <a:cubicBezTo>
                    <a:pt x="11865" y="5877"/>
                    <a:pt x="11381" y="5393"/>
                    <a:pt x="10786" y="5393"/>
                  </a:cubicBezTo>
                  <a:cubicBezTo>
                    <a:pt x="10191" y="5393"/>
                    <a:pt x="9707" y="5877"/>
                    <a:pt x="9707" y="6472"/>
                  </a:cubicBezTo>
                  <a:lnTo>
                    <a:pt x="9707" y="8629"/>
                  </a:lnTo>
                  <a:cubicBezTo>
                    <a:pt x="9707" y="9224"/>
                    <a:pt x="10191" y="9708"/>
                    <a:pt x="10786" y="9708"/>
                  </a:cubicBezTo>
                  <a:close/>
                  <a:moveTo>
                    <a:pt x="10427" y="6472"/>
                  </a:moveTo>
                  <a:cubicBezTo>
                    <a:pt x="10427" y="6274"/>
                    <a:pt x="10587" y="6112"/>
                    <a:pt x="10786" y="6112"/>
                  </a:cubicBezTo>
                  <a:cubicBezTo>
                    <a:pt x="10984" y="6112"/>
                    <a:pt x="11146" y="6274"/>
                    <a:pt x="11146" y="6472"/>
                  </a:cubicBezTo>
                  <a:lnTo>
                    <a:pt x="11146" y="8629"/>
                  </a:lnTo>
                  <a:cubicBezTo>
                    <a:pt x="11146" y="8827"/>
                    <a:pt x="10984" y="8989"/>
                    <a:pt x="10786" y="8989"/>
                  </a:cubicBezTo>
                  <a:cubicBezTo>
                    <a:pt x="10587" y="8989"/>
                    <a:pt x="10427" y="8827"/>
                    <a:pt x="10427" y="8629"/>
                  </a:cubicBezTo>
                  <a:lnTo>
                    <a:pt x="10427" y="6472"/>
                  </a:lnTo>
                  <a:close/>
                  <a:moveTo>
                    <a:pt x="7550" y="9708"/>
                  </a:moveTo>
                  <a:cubicBezTo>
                    <a:pt x="8145" y="9708"/>
                    <a:pt x="8629" y="9224"/>
                    <a:pt x="8629" y="8629"/>
                  </a:cubicBezTo>
                  <a:lnTo>
                    <a:pt x="8629" y="1079"/>
                  </a:lnTo>
                  <a:cubicBezTo>
                    <a:pt x="8629" y="484"/>
                    <a:pt x="8145" y="0"/>
                    <a:pt x="7550" y="0"/>
                  </a:cubicBezTo>
                  <a:cubicBezTo>
                    <a:pt x="6955" y="0"/>
                    <a:pt x="6472" y="484"/>
                    <a:pt x="6472" y="1079"/>
                  </a:cubicBezTo>
                  <a:lnTo>
                    <a:pt x="6472" y="8629"/>
                  </a:lnTo>
                  <a:cubicBezTo>
                    <a:pt x="6472" y="9224"/>
                    <a:pt x="6955" y="9708"/>
                    <a:pt x="7550" y="9708"/>
                  </a:cubicBezTo>
                  <a:close/>
                  <a:moveTo>
                    <a:pt x="7191" y="1079"/>
                  </a:moveTo>
                  <a:cubicBezTo>
                    <a:pt x="7191" y="881"/>
                    <a:pt x="7352" y="719"/>
                    <a:pt x="7550" y="719"/>
                  </a:cubicBezTo>
                  <a:cubicBezTo>
                    <a:pt x="7748" y="719"/>
                    <a:pt x="7910" y="881"/>
                    <a:pt x="7910" y="1079"/>
                  </a:cubicBezTo>
                  <a:lnTo>
                    <a:pt x="7910" y="8629"/>
                  </a:lnTo>
                  <a:cubicBezTo>
                    <a:pt x="7910" y="8827"/>
                    <a:pt x="7748" y="8989"/>
                    <a:pt x="7550" y="8989"/>
                  </a:cubicBezTo>
                  <a:cubicBezTo>
                    <a:pt x="7352" y="8989"/>
                    <a:pt x="7191" y="8827"/>
                    <a:pt x="7191" y="8629"/>
                  </a:cubicBezTo>
                  <a:lnTo>
                    <a:pt x="7191" y="1079"/>
                  </a:lnTo>
                  <a:close/>
                  <a:moveTo>
                    <a:pt x="0" y="10427"/>
                  </a:moveTo>
                  <a:lnTo>
                    <a:pt x="12224" y="10427"/>
                  </a:lnTo>
                  <a:lnTo>
                    <a:pt x="12224" y="11146"/>
                  </a:lnTo>
                  <a:lnTo>
                    <a:pt x="0" y="11146"/>
                  </a:lnTo>
                  <a:lnTo>
                    <a:pt x="0" y="104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wo-databases_51333">
              <a:extLst>
                <a:ext uri="{FF2B5EF4-FFF2-40B4-BE49-F238E27FC236}">
                  <a16:creationId xmlns:a16="http://schemas.microsoft.com/office/drawing/2014/main" id="{03DCAACA-E557-4589-0596-5CE75C39916F}"/>
                </a:ext>
              </a:extLst>
            </p:cNvPr>
            <p:cNvSpPr/>
            <p:nvPr/>
          </p:nvSpPr>
          <p:spPr>
            <a:xfrm>
              <a:off x="5172713" y="3878097"/>
              <a:ext cx="487674" cy="469418"/>
            </a:xfrm>
            <a:custGeom>
              <a:avLst/>
              <a:gdLst>
                <a:gd name="connsiteX0" fmla="*/ 229534 w 596711"/>
                <a:gd name="connsiteY0" fmla="*/ 417307 h 574373"/>
                <a:gd name="connsiteX1" fmla="*/ 413123 w 596711"/>
                <a:gd name="connsiteY1" fmla="*/ 478892 h 574373"/>
                <a:gd name="connsiteX2" fmla="*/ 595755 w 596711"/>
                <a:gd name="connsiteY2" fmla="*/ 417307 h 574373"/>
                <a:gd name="connsiteX3" fmla="*/ 596711 w 596711"/>
                <a:gd name="connsiteY3" fmla="*/ 422081 h 574373"/>
                <a:gd name="connsiteX4" fmla="*/ 596711 w 596711"/>
                <a:gd name="connsiteY4" fmla="*/ 507537 h 574373"/>
                <a:gd name="connsiteX5" fmla="*/ 413123 w 596711"/>
                <a:gd name="connsiteY5" fmla="*/ 574373 h 574373"/>
                <a:gd name="connsiteX6" fmla="*/ 229534 w 596711"/>
                <a:gd name="connsiteY6" fmla="*/ 507537 h 574373"/>
                <a:gd name="connsiteX7" fmla="*/ 229534 w 596711"/>
                <a:gd name="connsiteY7" fmla="*/ 422081 h 574373"/>
                <a:gd name="connsiteX8" fmla="*/ 229534 w 596711"/>
                <a:gd name="connsiteY8" fmla="*/ 287877 h 574373"/>
                <a:gd name="connsiteX9" fmla="*/ 413123 w 596711"/>
                <a:gd name="connsiteY9" fmla="*/ 349963 h 574373"/>
                <a:gd name="connsiteX10" fmla="*/ 595755 w 596711"/>
                <a:gd name="connsiteY10" fmla="*/ 287877 h 574373"/>
                <a:gd name="connsiteX11" fmla="*/ 596711 w 596711"/>
                <a:gd name="connsiteY11" fmla="*/ 293130 h 574373"/>
                <a:gd name="connsiteX12" fmla="*/ 596711 w 596711"/>
                <a:gd name="connsiteY12" fmla="*/ 378618 h 574373"/>
                <a:gd name="connsiteX13" fmla="*/ 413123 w 596711"/>
                <a:gd name="connsiteY13" fmla="*/ 445480 h 574373"/>
                <a:gd name="connsiteX14" fmla="*/ 229534 w 596711"/>
                <a:gd name="connsiteY14" fmla="*/ 378618 h 574373"/>
                <a:gd name="connsiteX15" fmla="*/ 229534 w 596711"/>
                <a:gd name="connsiteY15" fmla="*/ 293130 h 574373"/>
                <a:gd name="connsiteX16" fmla="*/ 0 w 596711"/>
                <a:gd name="connsiteY16" fmla="*/ 287877 h 574373"/>
                <a:gd name="connsiteX17" fmla="*/ 183584 w 596711"/>
                <a:gd name="connsiteY17" fmla="*/ 349492 h 574373"/>
                <a:gd name="connsiteX18" fmla="*/ 203663 w 596711"/>
                <a:gd name="connsiteY18" fmla="*/ 349015 h 574373"/>
                <a:gd name="connsiteX19" fmla="*/ 203663 w 596711"/>
                <a:gd name="connsiteY19" fmla="*/ 373852 h 574373"/>
                <a:gd name="connsiteX20" fmla="*/ 203663 w 596711"/>
                <a:gd name="connsiteY20" fmla="*/ 444542 h 574373"/>
                <a:gd name="connsiteX21" fmla="*/ 183584 w 596711"/>
                <a:gd name="connsiteY21" fmla="*/ 445020 h 574373"/>
                <a:gd name="connsiteX22" fmla="*/ 0 w 596711"/>
                <a:gd name="connsiteY22" fmla="*/ 378151 h 574373"/>
                <a:gd name="connsiteX23" fmla="*/ 0 w 596711"/>
                <a:gd name="connsiteY23" fmla="*/ 292653 h 574373"/>
                <a:gd name="connsiteX24" fmla="*/ 0 w 596711"/>
                <a:gd name="connsiteY24" fmla="*/ 158524 h 574373"/>
                <a:gd name="connsiteX25" fmla="*/ 183584 w 596711"/>
                <a:gd name="connsiteY25" fmla="*/ 220580 h 574373"/>
                <a:gd name="connsiteX26" fmla="*/ 203663 w 596711"/>
                <a:gd name="connsiteY26" fmla="*/ 220103 h 574373"/>
                <a:gd name="connsiteX27" fmla="*/ 203663 w 596711"/>
                <a:gd name="connsiteY27" fmla="*/ 315574 h 574373"/>
                <a:gd name="connsiteX28" fmla="*/ 183584 w 596711"/>
                <a:gd name="connsiteY28" fmla="*/ 316051 h 574373"/>
                <a:gd name="connsiteX29" fmla="*/ 0 w 596711"/>
                <a:gd name="connsiteY29" fmla="*/ 249221 h 574373"/>
                <a:gd name="connsiteX30" fmla="*/ 0 w 596711"/>
                <a:gd name="connsiteY30" fmla="*/ 163775 h 574373"/>
                <a:gd name="connsiteX31" fmla="*/ 413123 w 596711"/>
                <a:gd name="connsiteY31" fmla="*/ 129353 h 574373"/>
                <a:gd name="connsiteX32" fmla="*/ 596711 w 596711"/>
                <a:gd name="connsiteY32" fmla="*/ 196204 h 574373"/>
                <a:gd name="connsiteX33" fmla="*/ 596711 w 596711"/>
                <a:gd name="connsiteY33" fmla="*/ 251118 h 574373"/>
                <a:gd name="connsiteX34" fmla="*/ 413123 w 596711"/>
                <a:gd name="connsiteY34" fmla="*/ 317970 h 574373"/>
                <a:gd name="connsiteX35" fmla="*/ 229534 w 596711"/>
                <a:gd name="connsiteY35" fmla="*/ 251118 h 574373"/>
                <a:gd name="connsiteX36" fmla="*/ 229534 w 596711"/>
                <a:gd name="connsiteY36" fmla="*/ 196204 h 574373"/>
                <a:gd name="connsiteX37" fmla="*/ 413123 w 596711"/>
                <a:gd name="connsiteY37" fmla="*/ 129353 h 574373"/>
                <a:gd name="connsiteX38" fmla="*/ 183589 w 596711"/>
                <a:gd name="connsiteY38" fmla="*/ 0 h 574373"/>
                <a:gd name="connsiteX39" fmla="*/ 367177 w 596711"/>
                <a:gd name="connsiteY39" fmla="*/ 66851 h 574373"/>
                <a:gd name="connsiteX40" fmla="*/ 367177 w 596711"/>
                <a:gd name="connsiteY40" fmla="*/ 105530 h 574373"/>
                <a:gd name="connsiteX41" fmla="*/ 204147 w 596711"/>
                <a:gd name="connsiteY41" fmla="*/ 188139 h 574373"/>
                <a:gd name="connsiteX42" fmla="*/ 183589 w 596711"/>
                <a:gd name="connsiteY42" fmla="*/ 188617 h 574373"/>
                <a:gd name="connsiteX43" fmla="*/ 0 w 596711"/>
                <a:gd name="connsiteY43" fmla="*/ 121765 h 574373"/>
                <a:gd name="connsiteX44" fmla="*/ 0 w 596711"/>
                <a:gd name="connsiteY44" fmla="*/ 66851 h 574373"/>
                <a:gd name="connsiteX45" fmla="*/ 183589 w 596711"/>
                <a:gd name="connsiteY45" fmla="*/ 0 h 57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96711" h="574373">
                  <a:moveTo>
                    <a:pt x="229534" y="417307"/>
                  </a:moveTo>
                  <a:cubicBezTo>
                    <a:pt x="236705" y="451680"/>
                    <a:pt x="316547" y="478892"/>
                    <a:pt x="413123" y="478892"/>
                  </a:cubicBezTo>
                  <a:cubicBezTo>
                    <a:pt x="509698" y="478892"/>
                    <a:pt x="589061" y="451680"/>
                    <a:pt x="595755" y="417307"/>
                  </a:cubicBezTo>
                  <a:cubicBezTo>
                    <a:pt x="596233" y="418739"/>
                    <a:pt x="596711" y="420172"/>
                    <a:pt x="596711" y="422081"/>
                  </a:cubicBezTo>
                  <a:lnTo>
                    <a:pt x="596711" y="507537"/>
                  </a:lnTo>
                  <a:cubicBezTo>
                    <a:pt x="596711" y="544774"/>
                    <a:pt x="514479" y="574373"/>
                    <a:pt x="413123" y="574373"/>
                  </a:cubicBezTo>
                  <a:cubicBezTo>
                    <a:pt x="311766" y="574373"/>
                    <a:pt x="229534" y="544774"/>
                    <a:pt x="229534" y="507537"/>
                  </a:cubicBezTo>
                  <a:lnTo>
                    <a:pt x="229534" y="422081"/>
                  </a:lnTo>
                  <a:close/>
                  <a:moveTo>
                    <a:pt x="229534" y="287877"/>
                  </a:moveTo>
                  <a:cubicBezTo>
                    <a:pt x="236705" y="322741"/>
                    <a:pt x="316547" y="349963"/>
                    <a:pt x="413123" y="349963"/>
                  </a:cubicBezTo>
                  <a:cubicBezTo>
                    <a:pt x="509698" y="349963"/>
                    <a:pt x="589061" y="322741"/>
                    <a:pt x="595755" y="287877"/>
                  </a:cubicBezTo>
                  <a:cubicBezTo>
                    <a:pt x="596233" y="289787"/>
                    <a:pt x="596711" y="291220"/>
                    <a:pt x="596711" y="293130"/>
                  </a:cubicBezTo>
                  <a:lnTo>
                    <a:pt x="596711" y="378618"/>
                  </a:lnTo>
                  <a:cubicBezTo>
                    <a:pt x="596711" y="415392"/>
                    <a:pt x="514479" y="445480"/>
                    <a:pt x="413123" y="445480"/>
                  </a:cubicBezTo>
                  <a:cubicBezTo>
                    <a:pt x="311766" y="445480"/>
                    <a:pt x="229534" y="415392"/>
                    <a:pt x="229534" y="378618"/>
                  </a:cubicBezTo>
                  <a:lnTo>
                    <a:pt x="229534" y="293130"/>
                  </a:lnTo>
                  <a:close/>
                  <a:moveTo>
                    <a:pt x="0" y="287877"/>
                  </a:moveTo>
                  <a:cubicBezTo>
                    <a:pt x="7171" y="322267"/>
                    <a:pt x="86533" y="349492"/>
                    <a:pt x="183584" y="349492"/>
                  </a:cubicBezTo>
                  <a:cubicBezTo>
                    <a:pt x="190277" y="349492"/>
                    <a:pt x="196970" y="349492"/>
                    <a:pt x="203663" y="349015"/>
                  </a:cubicBezTo>
                  <a:lnTo>
                    <a:pt x="203663" y="373852"/>
                  </a:lnTo>
                  <a:lnTo>
                    <a:pt x="203663" y="444542"/>
                  </a:lnTo>
                  <a:cubicBezTo>
                    <a:pt x="196970" y="445020"/>
                    <a:pt x="190277" y="445020"/>
                    <a:pt x="183584" y="445020"/>
                  </a:cubicBezTo>
                  <a:cubicBezTo>
                    <a:pt x="82230" y="445020"/>
                    <a:pt x="0" y="414929"/>
                    <a:pt x="0" y="378151"/>
                  </a:cubicBezTo>
                  <a:lnTo>
                    <a:pt x="0" y="292653"/>
                  </a:lnTo>
                  <a:close/>
                  <a:moveTo>
                    <a:pt x="0" y="158524"/>
                  </a:moveTo>
                  <a:cubicBezTo>
                    <a:pt x="7171" y="193371"/>
                    <a:pt x="86533" y="220580"/>
                    <a:pt x="183584" y="220580"/>
                  </a:cubicBezTo>
                  <a:cubicBezTo>
                    <a:pt x="190277" y="220580"/>
                    <a:pt x="196970" y="220580"/>
                    <a:pt x="203663" y="220103"/>
                  </a:cubicBezTo>
                  <a:lnTo>
                    <a:pt x="203663" y="315574"/>
                  </a:lnTo>
                  <a:cubicBezTo>
                    <a:pt x="196970" y="316051"/>
                    <a:pt x="190277" y="316051"/>
                    <a:pt x="183584" y="316051"/>
                  </a:cubicBezTo>
                  <a:cubicBezTo>
                    <a:pt x="82230" y="316051"/>
                    <a:pt x="0" y="285978"/>
                    <a:pt x="0" y="249221"/>
                  </a:cubicBezTo>
                  <a:lnTo>
                    <a:pt x="0" y="163775"/>
                  </a:lnTo>
                  <a:close/>
                  <a:moveTo>
                    <a:pt x="413123" y="129353"/>
                  </a:moveTo>
                  <a:cubicBezTo>
                    <a:pt x="514479" y="129353"/>
                    <a:pt x="596711" y="159436"/>
                    <a:pt x="596711" y="196204"/>
                  </a:cubicBezTo>
                  <a:lnTo>
                    <a:pt x="596711" y="251118"/>
                  </a:lnTo>
                  <a:cubicBezTo>
                    <a:pt x="596711" y="288364"/>
                    <a:pt x="514479" y="317970"/>
                    <a:pt x="413123" y="317970"/>
                  </a:cubicBezTo>
                  <a:cubicBezTo>
                    <a:pt x="311766" y="317970"/>
                    <a:pt x="229534" y="288364"/>
                    <a:pt x="229534" y="251118"/>
                  </a:cubicBezTo>
                  <a:lnTo>
                    <a:pt x="229534" y="196204"/>
                  </a:lnTo>
                  <a:cubicBezTo>
                    <a:pt x="229534" y="159436"/>
                    <a:pt x="311766" y="129353"/>
                    <a:pt x="413123" y="129353"/>
                  </a:cubicBezTo>
                  <a:close/>
                  <a:moveTo>
                    <a:pt x="183589" y="0"/>
                  </a:moveTo>
                  <a:cubicBezTo>
                    <a:pt x="284945" y="0"/>
                    <a:pt x="367177" y="30083"/>
                    <a:pt x="367177" y="66851"/>
                  </a:cubicBezTo>
                  <a:lnTo>
                    <a:pt x="367177" y="105530"/>
                  </a:lnTo>
                  <a:cubicBezTo>
                    <a:pt x="282554" y="112693"/>
                    <a:pt x="207493" y="140388"/>
                    <a:pt x="204147" y="188139"/>
                  </a:cubicBezTo>
                  <a:cubicBezTo>
                    <a:pt x="197453" y="188617"/>
                    <a:pt x="190282" y="188617"/>
                    <a:pt x="183589" y="188617"/>
                  </a:cubicBezTo>
                  <a:cubicBezTo>
                    <a:pt x="82232" y="188617"/>
                    <a:pt x="0" y="158534"/>
                    <a:pt x="0" y="121765"/>
                  </a:cubicBezTo>
                  <a:lnTo>
                    <a:pt x="0" y="66851"/>
                  </a:lnTo>
                  <a:cubicBezTo>
                    <a:pt x="0" y="30083"/>
                    <a:pt x="82232" y="0"/>
                    <a:pt x="18358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confont-10774-5476627">
              <a:extLst>
                <a:ext uri="{FF2B5EF4-FFF2-40B4-BE49-F238E27FC236}">
                  <a16:creationId xmlns:a16="http://schemas.microsoft.com/office/drawing/2014/main" id="{9D67FC91-CD1D-1B67-471D-B35243401ECD}"/>
                </a:ext>
              </a:extLst>
            </p:cNvPr>
            <p:cNvSpPr/>
            <p:nvPr/>
          </p:nvSpPr>
          <p:spPr>
            <a:xfrm>
              <a:off x="6623132" y="2552493"/>
              <a:ext cx="421619" cy="444708"/>
            </a:xfrm>
            <a:custGeom>
              <a:avLst/>
              <a:gdLst>
                <a:gd name="T0" fmla="*/ 9001 w 10802"/>
                <a:gd name="T1" fmla="*/ 4637 h 11394"/>
                <a:gd name="T2" fmla="*/ 8903 w 10802"/>
                <a:gd name="T3" fmla="*/ 789 h 11394"/>
                <a:gd name="T4" fmla="*/ 789 w 10802"/>
                <a:gd name="T5" fmla="*/ 888 h 11394"/>
                <a:gd name="T6" fmla="*/ 887 w 10802"/>
                <a:gd name="T7" fmla="*/ 10260 h 11394"/>
                <a:gd name="T8" fmla="*/ 4846 w 10802"/>
                <a:gd name="T9" fmla="*/ 10655 h 11394"/>
                <a:gd name="T10" fmla="*/ 394 w 10802"/>
                <a:gd name="T11" fmla="*/ 11049 h 11394"/>
                <a:gd name="T12" fmla="*/ 0 w 10802"/>
                <a:gd name="T13" fmla="*/ 395 h 11394"/>
                <a:gd name="T14" fmla="*/ 9396 w 10802"/>
                <a:gd name="T15" fmla="*/ 0 h 11394"/>
                <a:gd name="T16" fmla="*/ 9791 w 10802"/>
                <a:gd name="T17" fmla="*/ 4637 h 11394"/>
                <a:gd name="T18" fmla="*/ 1812 w 10802"/>
                <a:gd name="T19" fmla="*/ 2540 h 11394"/>
                <a:gd name="T20" fmla="*/ 8015 w 10802"/>
                <a:gd name="T21" fmla="*/ 2935 h 11394"/>
                <a:gd name="T22" fmla="*/ 1812 w 10802"/>
                <a:gd name="T23" fmla="*/ 3330 h 11394"/>
                <a:gd name="T24" fmla="*/ 1812 w 10802"/>
                <a:gd name="T25" fmla="*/ 2540 h 11394"/>
                <a:gd name="T26" fmla="*/ 4488 w 10802"/>
                <a:gd name="T27" fmla="*/ 5081 h 11394"/>
                <a:gd name="T28" fmla="*/ 4488 w 10802"/>
                <a:gd name="T29" fmla="*/ 5870 h 11394"/>
                <a:gd name="T30" fmla="*/ 1479 w 10802"/>
                <a:gd name="T31" fmla="*/ 5475 h 11394"/>
                <a:gd name="T32" fmla="*/ 1874 w 10802"/>
                <a:gd name="T33" fmla="*/ 7621 h 11394"/>
                <a:gd name="T34" fmla="*/ 4883 w 10802"/>
                <a:gd name="T35" fmla="*/ 8016 h 11394"/>
                <a:gd name="T36" fmla="*/ 1874 w 10802"/>
                <a:gd name="T37" fmla="*/ 8410 h 11394"/>
                <a:gd name="T38" fmla="*/ 1874 w 10802"/>
                <a:gd name="T39" fmla="*/ 7621 h 11394"/>
                <a:gd name="T40" fmla="*/ 6165 w 10802"/>
                <a:gd name="T41" fmla="*/ 5081 h 11394"/>
                <a:gd name="T42" fmla="*/ 6165 w 10802"/>
                <a:gd name="T43" fmla="*/ 5870 h 11394"/>
                <a:gd name="T44" fmla="*/ 5228 w 10802"/>
                <a:gd name="T45" fmla="*/ 5475 h 11394"/>
                <a:gd name="T46" fmla="*/ 8453 w 10802"/>
                <a:gd name="T47" fmla="*/ 5525 h 11394"/>
                <a:gd name="T48" fmla="*/ 9544 w 10802"/>
                <a:gd name="T49" fmla="*/ 8379 h 11394"/>
                <a:gd name="T50" fmla="*/ 7361 w 10802"/>
                <a:gd name="T51" fmla="*/ 8379 h 11394"/>
                <a:gd name="T52" fmla="*/ 8453 w 10802"/>
                <a:gd name="T53" fmla="*/ 5525 h 11394"/>
                <a:gd name="T54" fmla="*/ 8052 w 10802"/>
                <a:gd name="T55" fmla="*/ 6616 h 11394"/>
                <a:gd name="T56" fmla="*/ 8453 w 10802"/>
                <a:gd name="T57" fmla="*/ 8780 h 11394"/>
                <a:gd name="T58" fmla="*/ 8853 w 10802"/>
                <a:gd name="T59" fmla="*/ 6616 h 11394"/>
                <a:gd name="T60" fmla="*/ 8804 w 10802"/>
                <a:gd name="T61" fmla="*/ 10427 h 11394"/>
                <a:gd name="T62" fmla="*/ 9137 w 10802"/>
                <a:gd name="T63" fmla="*/ 10704 h 11394"/>
                <a:gd name="T64" fmla="*/ 9137 w 10802"/>
                <a:gd name="T65" fmla="*/ 11394 h 11394"/>
                <a:gd name="T66" fmla="*/ 7361 w 10802"/>
                <a:gd name="T67" fmla="*/ 11049 h 11394"/>
                <a:gd name="T68" fmla="*/ 8114 w 10802"/>
                <a:gd name="T69" fmla="*/ 10704 h 11394"/>
                <a:gd name="T70" fmla="*/ 6042 w 10802"/>
                <a:gd name="T71" fmla="*/ 8077 h 11394"/>
                <a:gd name="T72" fmla="*/ 6387 w 10802"/>
                <a:gd name="T73" fmla="*/ 7547 h 11394"/>
                <a:gd name="T74" fmla="*/ 6732 w 10802"/>
                <a:gd name="T75" fmla="*/ 8077 h 11394"/>
                <a:gd name="T76" fmla="*/ 10111 w 10802"/>
                <a:gd name="T77" fmla="*/ 8077 h 11394"/>
                <a:gd name="T78" fmla="*/ 10457 w 10802"/>
                <a:gd name="T79" fmla="*/ 7547 h 11394"/>
                <a:gd name="T80" fmla="*/ 10802 w 10802"/>
                <a:gd name="T81" fmla="*/ 8077 h 11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02" h="11394">
                  <a:moveTo>
                    <a:pt x="9396" y="5031"/>
                  </a:moveTo>
                  <a:cubicBezTo>
                    <a:pt x="9178" y="5031"/>
                    <a:pt x="9001" y="4855"/>
                    <a:pt x="9001" y="4637"/>
                  </a:cubicBezTo>
                  <a:lnTo>
                    <a:pt x="9001" y="888"/>
                  </a:lnTo>
                  <a:cubicBezTo>
                    <a:pt x="9001" y="834"/>
                    <a:pt x="8957" y="789"/>
                    <a:pt x="8903" y="789"/>
                  </a:cubicBezTo>
                  <a:lnTo>
                    <a:pt x="887" y="789"/>
                  </a:lnTo>
                  <a:cubicBezTo>
                    <a:pt x="833" y="789"/>
                    <a:pt x="789" y="834"/>
                    <a:pt x="789" y="888"/>
                  </a:cubicBezTo>
                  <a:lnTo>
                    <a:pt x="789" y="10161"/>
                  </a:lnTo>
                  <a:cubicBezTo>
                    <a:pt x="789" y="10216"/>
                    <a:pt x="833" y="10260"/>
                    <a:pt x="887" y="10260"/>
                  </a:cubicBezTo>
                  <a:lnTo>
                    <a:pt x="4451" y="10260"/>
                  </a:lnTo>
                  <a:cubicBezTo>
                    <a:pt x="4669" y="10260"/>
                    <a:pt x="4846" y="10437"/>
                    <a:pt x="4846" y="10655"/>
                  </a:cubicBezTo>
                  <a:cubicBezTo>
                    <a:pt x="4846" y="10872"/>
                    <a:pt x="4669" y="11049"/>
                    <a:pt x="4451" y="11049"/>
                  </a:cubicBezTo>
                  <a:lnTo>
                    <a:pt x="394" y="11049"/>
                  </a:lnTo>
                  <a:cubicBezTo>
                    <a:pt x="176" y="11049"/>
                    <a:pt x="0" y="10872"/>
                    <a:pt x="0" y="10655"/>
                  </a:cubicBezTo>
                  <a:lnTo>
                    <a:pt x="0" y="395"/>
                  </a:lnTo>
                  <a:cubicBezTo>
                    <a:pt x="0" y="177"/>
                    <a:pt x="176" y="0"/>
                    <a:pt x="394" y="0"/>
                  </a:cubicBezTo>
                  <a:lnTo>
                    <a:pt x="9396" y="0"/>
                  </a:lnTo>
                  <a:cubicBezTo>
                    <a:pt x="9614" y="0"/>
                    <a:pt x="9791" y="177"/>
                    <a:pt x="9791" y="395"/>
                  </a:cubicBezTo>
                  <a:lnTo>
                    <a:pt x="9791" y="4637"/>
                  </a:lnTo>
                  <a:cubicBezTo>
                    <a:pt x="9791" y="4855"/>
                    <a:pt x="9614" y="5031"/>
                    <a:pt x="9396" y="5031"/>
                  </a:cubicBezTo>
                  <a:close/>
                  <a:moveTo>
                    <a:pt x="1812" y="2540"/>
                  </a:moveTo>
                  <a:lnTo>
                    <a:pt x="7620" y="2540"/>
                  </a:lnTo>
                  <a:cubicBezTo>
                    <a:pt x="7838" y="2540"/>
                    <a:pt x="8015" y="2717"/>
                    <a:pt x="8015" y="2935"/>
                  </a:cubicBezTo>
                  <a:cubicBezTo>
                    <a:pt x="8015" y="3153"/>
                    <a:pt x="7838" y="3330"/>
                    <a:pt x="7620" y="3330"/>
                  </a:cubicBezTo>
                  <a:lnTo>
                    <a:pt x="1812" y="3330"/>
                  </a:lnTo>
                  <a:cubicBezTo>
                    <a:pt x="1594" y="3330"/>
                    <a:pt x="1418" y="3153"/>
                    <a:pt x="1418" y="2935"/>
                  </a:cubicBezTo>
                  <a:cubicBezTo>
                    <a:pt x="1418" y="2717"/>
                    <a:pt x="1594" y="2540"/>
                    <a:pt x="1812" y="2540"/>
                  </a:cubicBezTo>
                  <a:close/>
                  <a:moveTo>
                    <a:pt x="1874" y="5081"/>
                  </a:moveTo>
                  <a:lnTo>
                    <a:pt x="4488" y="5081"/>
                  </a:lnTo>
                  <a:cubicBezTo>
                    <a:pt x="4706" y="5081"/>
                    <a:pt x="4883" y="5257"/>
                    <a:pt x="4883" y="5475"/>
                  </a:cubicBezTo>
                  <a:cubicBezTo>
                    <a:pt x="4883" y="5693"/>
                    <a:pt x="4706" y="5870"/>
                    <a:pt x="4488" y="5870"/>
                  </a:cubicBezTo>
                  <a:lnTo>
                    <a:pt x="1874" y="5870"/>
                  </a:lnTo>
                  <a:cubicBezTo>
                    <a:pt x="1656" y="5870"/>
                    <a:pt x="1479" y="5693"/>
                    <a:pt x="1479" y="5475"/>
                  </a:cubicBezTo>
                  <a:cubicBezTo>
                    <a:pt x="1479" y="5257"/>
                    <a:pt x="1656" y="5081"/>
                    <a:pt x="1874" y="5081"/>
                  </a:cubicBezTo>
                  <a:close/>
                  <a:moveTo>
                    <a:pt x="1874" y="7621"/>
                  </a:moveTo>
                  <a:lnTo>
                    <a:pt x="4488" y="7621"/>
                  </a:lnTo>
                  <a:cubicBezTo>
                    <a:pt x="4706" y="7621"/>
                    <a:pt x="4883" y="7798"/>
                    <a:pt x="4883" y="8016"/>
                  </a:cubicBezTo>
                  <a:cubicBezTo>
                    <a:pt x="4883" y="8234"/>
                    <a:pt x="4706" y="8410"/>
                    <a:pt x="4488" y="8410"/>
                  </a:cubicBezTo>
                  <a:lnTo>
                    <a:pt x="1874" y="8410"/>
                  </a:lnTo>
                  <a:cubicBezTo>
                    <a:pt x="1656" y="8410"/>
                    <a:pt x="1479" y="8234"/>
                    <a:pt x="1479" y="8016"/>
                  </a:cubicBezTo>
                  <a:cubicBezTo>
                    <a:pt x="1479" y="7798"/>
                    <a:pt x="1656" y="7621"/>
                    <a:pt x="1874" y="7621"/>
                  </a:cubicBezTo>
                  <a:close/>
                  <a:moveTo>
                    <a:pt x="5623" y="5081"/>
                  </a:moveTo>
                  <a:lnTo>
                    <a:pt x="6165" y="5081"/>
                  </a:lnTo>
                  <a:cubicBezTo>
                    <a:pt x="6383" y="5081"/>
                    <a:pt x="6560" y="5257"/>
                    <a:pt x="6560" y="5475"/>
                  </a:cubicBezTo>
                  <a:cubicBezTo>
                    <a:pt x="6560" y="5693"/>
                    <a:pt x="6383" y="5870"/>
                    <a:pt x="6165" y="5870"/>
                  </a:cubicBezTo>
                  <a:lnTo>
                    <a:pt x="5623" y="5870"/>
                  </a:lnTo>
                  <a:cubicBezTo>
                    <a:pt x="5405" y="5870"/>
                    <a:pt x="5228" y="5693"/>
                    <a:pt x="5228" y="5475"/>
                  </a:cubicBezTo>
                  <a:cubicBezTo>
                    <a:pt x="5228" y="5257"/>
                    <a:pt x="5405" y="5081"/>
                    <a:pt x="5623" y="5081"/>
                  </a:cubicBezTo>
                  <a:close/>
                  <a:moveTo>
                    <a:pt x="8453" y="5525"/>
                  </a:moveTo>
                  <a:cubicBezTo>
                    <a:pt x="9055" y="5525"/>
                    <a:pt x="9544" y="6013"/>
                    <a:pt x="9544" y="6616"/>
                  </a:cubicBezTo>
                  <a:lnTo>
                    <a:pt x="9544" y="8379"/>
                  </a:lnTo>
                  <a:cubicBezTo>
                    <a:pt x="9544" y="8982"/>
                    <a:pt x="9055" y="9471"/>
                    <a:pt x="8453" y="9471"/>
                  </a:cubicBezTo>
                  <a:cubicBezTo>
                    <a:pt x="7850" y="9471"/>
                    <a:pt x="7361" y="8982"/>
                    <a:pt x="7361" y="8379"/>
                  </a:cubicBezTo>
                  <a:lnTo>
                    <a:pt x="7361" y="6616"/>
                  </a:lnTo>
                  <a:cubicBezTo>
                    <a:pt x="7361" y="6013"/>
                    <a:pt x="7850" y="5525"/>
                    <a:pt x="8453" y="5525"/>
                  </a:cubicBezTo>
                  <a:close/>
                  <a:moveTo>
                    <a:pt x="8453" y="6215"/>
                  </a:moveTo>
                  <a:cubicBezTo>
                    <a:pt x="8231" y="6215"/>
                    <a:pt x="8052" y="6395"/>
                    <a:pt x="8052" y="6616"/>
                  </a:cubicBezTo>
                  <a:lnTo>
                    <a:pt x="8052" y="8379"/>
                  </a:lnTo>
                  <a:cubicBezTo>
                    <a:pt x="8052" y="8601"/>
                    <a:pt x="8231" y="8780"/>
                    <a:pt x="8453" y="8780"/>
                  </a:cubicBezTo>
                  <a:cubicBezTo>
                    <a:pt x="8674" y="8780"/>
                    <a:pt x="8853" y="8601"/>
                    <a:pt x="8853" y="8379"/>
                  </a:cubicBezTo>
                  <a:lnTo>
                    <a:pt x="8853" y="6616"/>
                  </a:lnTo>
                  <a:cubicBezTo>
                    <a:pt x="8853" y="6395"/>
                    <a:pt x="8674" y="6215"/>
                    <a:pt x="8453" y="6215"/>
                  </a:cubicBezTo>
                  <a:close/>
                  <a:moveTo>
                    <a:pt x="8804" y="10427"/>
                  </a:moveTo>
                  <a:lnTo>
                    <a:pt x="8804" y="10704"/>
                  </a:lnTo>
                  <a:lnTo>
                    <a:pt x="9137" y="10704"/>
                  </a:lnTo>
                  <a:cubicBezTo>
                    <a:pt x="9328" y="10704"/>
                    <a:pt x="9482" y="10858"/>
                    <a:pt x="9482" y="11049"/>
                  </a:cubicBezTo>
                  <a:cubicBezTo>
                    <a:pt x="9482" y="11240"/>
                    <a:pt x="9328" y="11394"/>
                    <a:pt x="9137" y="11394"/>
                  </a:cubicBezTo>
                  <a:lnTo>
                    <a:pt x="7707" y="11394"/>
                  </a:lnTo>
                  <a:cubicBezTo>
                    <a:pt x="7516" y="11394"/>
                    <a:pt x="7361" y="11240"/>
                    <a:pt x="7361" y="11049"/>
                  </a:cubicBezTo>
                  <a:cubicBezTo>
                    <a:pt x="7361" y="10858"/>
                    <a:pt x="7516" y="10704"/>
                    <a:pt x="7707" y="10704"/>
                  </a:cubicBezTo>
                  <a:lnTo>
                    <a:pt x="8114" y="10704"/>
                  </a:lnTo>
                  <a:lnTo>
                    <a:pt x="8114" y="10437"/>
                  </a:lnTo>
                  <a:cubicBezTo>
                    <a:pt x="6945" y="10286"/>
                    <a:pt x="6042" y="9287"/>
                    <a:pt x="6042" y="8077"/>
                  </a:cubicBezTo>
                  <a:lnTo>
                    <a:pt x="6042" y="7892"/>
                  </a:lnTo>
                  <a:cubicBezTo>
                    <a:pt x="6042" y="7702"/>
                    <a:pt x="6196" y="7547"/>
                    <a:pt x="6387" y="7547"/>
                  </a:cubicBezTo>
                  <a:cubicBezTo>
                    <a:pt x="6578" y="7547"/>
                    <a:pt x="6732" y="7702"/>
                    <a:pt x="6732" y="7892"/>
                  </a:cubicBezTo>
                  <a:lnTo>
                    <a:pt x="6732" y="8077"/>
                  </a:lnTo>
                  <a:cubicBezTo>
                    <a:pt x="6732" y="9010"/>
                    <a:pt x="7489" y="9767"/>
                    <a:pt x="8422" y="9767"/>
                  </a:cubicBezTo>
                  <a:cubicBezTo>
                    <a:pt x="9355" y="9767"/>
                    <a:pt x="10111" y="9010"/>
                    <a:pt x="10111" y="8077"/>
                  </a:cubicBezTo>
                  <a:lnTo>
                    <a:pt x="10111" y="7892"/>
                  </a:lnTo>
                  <a:cubicBezTo>
                    <a:pt x="10111" y="7702"/>
                    <a:pt x="10266" y="7547"/>
                    <a:pt x="10457" y="7547"/>
                  </a:cubicBezTo>
                  <a:cubicBezTo>
                    <a:pt x="10647" y="7547"/>
                    <a:pt x="10802" y="7702"/>
                    <a:pt x="10802" y="7892"/>
                  </a:cubicBezTo>
                  <a:lnTo>
                    <a:pt x="10802" y="8077"/>
                  </a:lnTo>
                  <a:cubicBezTo>
                    <a:pt x="10802" y="9262"/>
                    <a:pt x="9937" y="10244"/>
                    <a:pt x="8804" y="104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business-report-with-growth_28700">
              <a:extLst>
                <a:ext uri="{FF2B5EF4-FFF2-40B4-BE49-F238E27FC236}">
                  <a16:creationId xmlns:a16="http://schemas.microsoft.com/office/drawing/2014/main" id="{668BD8D1-0532-0606-008E-C298B8DC16B2}"/>
                </a:ext>
              </a:extLst>
            </p:cNvPr>
            <p:cNvSpPr/>
            <p:nvPr/>
          </p:nvSpPr>
          <p:spPr>
            <a:xfrm>
              <a:off x="6556948" y="3927405"/>
              <a:ext cx="487803" cy="420110"/>
            </a:xfrm>
            <a:custGeom>
              <a:avLst/>
              <a:gdLst>
                <a:gd name="connsiteX0" fmla="*/ 234945 w 604604"/>
                <a:gd name="connsiteY0" fmla="*/ 497949 h 520702"/>
                <a:gd name="connsiteX1" fmla="*/ 234945 w 604604"/>
                <a:gd name="connsiteY1" fmla="*/ 506406 h 520702"/>
                <a:gd name="connsiteX2" fmla="*/ 369861 w 604604"/>
                <a:gd name="connsiteY2" fmla="*/ 506406 h 520702"/>
                <a:gd name="connsiteX3" fmla="*/ 369861 w 604604"/>
                <a:gd name="connsiteY3" fmla="*/ 497949 h 520702"/>
                <a:gd name="connsiteX4" fmla="*/ 234945 w 604604"/>
                <a:gd name="connsiteY4" fmla="*/ 474995 h 520702"/>
                <a:gd name="connsiteX5" fmla="*/ 234945 w 604604"/>
                <a:gd name="connsiteY5" fmla="*/ 483451 h 520702"/>
                <a:gd name="connsiteX6" fmla="*/ 369861 w 604604"/>
                <a:gd name="connsiteY6" fmla="*/ 483451 h 520702"/>
                <a:gd name="connsiteX7" fmla="*/ 369861 w 604604"/>
                <a:gd name="connsiteY7" fmla="*/ 474995 h 520702"/>
                <a:gd name="connsiteX8" fmla="*/ 332956 w 604604"/>
                <a:gd name="connsiteY8" fmla="*/ 474995 h 520702"/>
                <a:gd name="connsiteX9" fmla="*/ 271649 w 604604"/>
                <a:gd name="connsiteY9" fmla="*/ 474995 h 520702"/>
                <a:gd name="connsiteX10" fmla="*/ 278909 w 604604"/>
                <a:gd name="connsiteY10" fmla="*/ 412575 h 520702"/>
                <a:gd name="connsiteX11" fmla="*/ 278909 w 604604"/>
                <a:gd name="connsiteY11" fmla="*/ 460698 h 520702"/>
                <a:gd name="connsiteX12" fmla="*/ 325898 w 604604"/>
                <a:gd name="connsiteY12" fmla="*/ 460698 h 520702"/>
                <a:gd name="connsiteX13" fmla="*/ 325898 w 604604"/>
                <a:gd name="connsiteY13" fmla="*/ 412575 h 520702"/>
                <a:gd name="connsiteX14" fmla="*/ 514240 w 604604"/>
                <a:gd name="connsiteY14" fmla="*/ 83556 h 520702"/>
                <a:gd name="connsiteX15" fmla="*/ 515047 w 604604"/>
                <a:gd name="connsiteY15" fmla="*/ 93624 h 520702"/>
                <a:gd name="connsiteX16" fmla="*/ 416238 w 604604"/>
                <a:gd name="connsiteY16" fmla="*/ 210807 h 520702"/>
                <a:gd name="connsiteX17" fmla="*/ 415029 w 604604"/>
                <a:gd name="connsiteY17" fmla="*/ 211813 h 520702"/>
                <a:gd name="connsiteX18" fmla="*/ 414020 w 604604"/>
                <a:gd name="connsiteY18" fmla="*/ 212619 h 520702"/>
                <a:gd name="connsiteX19" fmla="*/ 410794 w 604604"/>
                <a:gd name="connsiteY19" fmla="*/ 213424 h 520702"/>
                <a:gd name="connsiteX20" fmla="*/ 407769 w 604604"/>
                <a:gd name="connsiteY20" fmla="*/ 212820 h 520702"/>
                <a:gd name="connsiteX21" fmla="*/ 407366 w 604604"/>
                <a:gd name="connsiteY21" fmla="*/ 212619 h 520702"/>
                <a:gd name="connsiteX22" fmla="*/ 348484 w 604604"/>
                <a:gd name="connsiteY22" fmla="*/ 182014 h 520702"/>
                <a:gd name="connsiteX23" fmla="*/ 272664 w 604604"/>
                <a:gd name="connsiteY23" fmla="*/ 261747 h 520702"/>
                <a:gd name="connsiteX24" fmla="*/ 272462 w 604604"/>
                <a:gd name="connsiteY24" fmla="*/ 261747 h 520702"/>
                <a:gd name="connsiteX25" fmla="*/ 272462 w 604604"/>
                <a:gd name="connsiteY25" fmla="*/ 261948 h 520702"/>
                <a:gd name="connsiteX26" fmla="*/ 271051 w 604604"/>
                <a:gd name="connsiteY26" fmla="*/ 262955 h 520702"/>
                <a:gd name="connsiteX27" fmla="*/ 270244 w 604604"/>
                <a:gd name="connsiteY27" fmla="*/ 263358 h 520702"/>
                <a:gd name="connsiteX28" fmla="*/ 267421 w 604604"/>
                <a:gd name="connsiteY28" fmla="*/ 263962 h 520702"/>
                <a:gd name="connsiteX29" fmla="*/ 264800 w 604604"/>
                <a:gd name="connsiteY29" fmla="*/ 263358 h 520702"/>
                <a:gd name="connsiteX30" fmla="*/ 263993 w 604604"/>
                <a:gd name="connsiteY30" fmla="*/ 262955 h 520702"/>
                <a:gd name="connsiteX31" fmla="*/ 262380 w 604604"/>
                <a:gd name="connsiteY31" fmla="*/ 261948 h 520702"/>
                <a:gd name="connsiteX32" fmla="*/ 262380 w 604604"/>
                <a:gd name="connsiteY32" fmla="*/ 261747 h 520702"/>
                <a:gd name="connsiteX33" fmla="*/ 262178 w 604604"/>
                <a:gd name="connsiteY33" fmla="*/ 261747 h 520702"/>
                <a:gd name="connsiteX34" fmla="*/ 212169 w 604604"/>
                <a:gd name="connsiteY34" fmla="*/ 210203 h 520702"/>
                <a:gd name="connsiteX35" fmla="*/ 116184 w 604604"/>
                <a:gd name="connsiteY35" fmla="*/ 318728 h 520702"/>
                <a:gd name="connsiteX36" fmla="*/ 110941 w 604604"/>
                <a:gd name="connsiteY36" fmla="*/ 321144 h 520702"/>
                <a:gd name="connsiteX37" fmla="*/ 106101 w 604604"/>
                <a:gd name="connsiteY37" fmla="*/ 319332 h 520702"/>
                <a:gd name="connsiteX38" fmla="*/ 105496 w 604604"/>
                <a:gd name="connsiteY38" fmla="*/ 309063 h 520702"/>
                <a:gd name="connsiteX39" fmla="*/ 206523 w 604604"/>
                <a:gd name="connsiteY39" fmla="*/ 194900 h 520702"/>
                <a:gd name="connsiteX40" fmla="*/ 206724 w 604604"/>
                <a:gd name="connsiteY40" fmla="*/ 194699 h 520702"/>
                <a:gd name="connsiteX41" fmla="*/ 206926 w 604604"/>
                <a:gd name="connsiteY41" fmla="*/ 194498 h 520702"/>
                <a:gd name="connsiteX42" fmla="*/ 207934 w 604604"/>
                <a:gd name="connsiteY42" fmla="*/ 193894 h 520702"/>
                <a:gd name="connsiteX43" fmla="*/ 209144 w 604604"/>
                <a:gd name="connsiteY43" fmla="*/ 193088 h 520702"/>
                <a:gd name="connsiteX44" fmla="*/ 210354 w 604604"/>
                <a:gd name="connsiteY44" fmla="*/ 192686 h 520702"/>
                <a:gd name="connsiteX45" fmla="*/ 211766 w 604604"/>
                <a:gd name="connsiteY45" fmla="*/ 192484 h 520702"/>
                <a:gd name="connsiteX46" fmla="*/ 213177 w 604604"/>
                <a:gd name="connsiteY46" fmla="*/ 192686 h 520702"/>
                <a:gd name="connsiteX47" fmla="*/ 214589 w 604604"/>
                <a:gd name="connsiteY47" fmla="*/ 192887 h 520702"/>
                <a:gd name="connsiteX48" fmla="*/ 215799 w 604604"/>
                <a:gd name="connsiteY48" fmla="*/ 193692 h 520702"/>
                <a:gd name="connsiteX49" fmla="*/ 216807 w 604604"/>
                <a:gd name="connsiteY49" fmla="*/ 194296 h 520702"/>
                <a:gd name="connsiteX50" fmla="*/ 217009 w 604604"/>
                <a:gd name="connsiteY50" fmla="*/ 194498 h 520702"/>
                <a:gd name="connsiteX51" fmla="*/ 217210 w 604604"/>
                <a:gd name="connsiteY51" fmla="*/ 194699 h 520702"/>
                <a:gd name="connsiteX52" fmla="*/ 267421 w 604604"/>
                <a:gd name="connsiteY52" fmla="*/ 246244 h 520702"/>
                <a:gd name="connsiteX53" fmla="*/ 341628 w 604604"/>
                <a:gd name="connsiteY53" fmla="*/ 168122 h 520702"/>
                <a:gd name="connsiteX54" fmla="*/ 342031 w 604604"/>
                <a:gd name="connsiteY54" fmla="*/ 167920 h 520702"/>
                <a:gd name="connsiteX55" fmla="*/ 343241 w 604604"/>
                <a:gd name="connsiteY55" fmla="*/ 167115 h 520702"/>
                <a:gd name="connsiteX56" fmla="*/ 344250 w 604604"/>
                <a:gd name="connsiteY56" fmla="*/ 166511 h 520702"/>
                <a:gd name="connsiteX57" fmla="*/ 345661 w 604604"/>
                <a:gd name="connsiteY57" fmla="*/ 166108 h 520702"/>
                <a:gd name="connsiteX58" fmla="*/ 347073 w 604604"/>
                <a:gd name="connsiteY58" fmla="*/ 165907 h 520702"/>
                <a:gd name="connsiteX59" fmla="*/ 348283 w 604604"/>
                <a:gd name="connsiteY59" fmla="*/ 166108 h 520702"/>
                <a:gd name="connsiteX60" fmla="*/ 349896 w 604604"/>
                <a:gd name="connsiteY60" fmla="*/ 166712 h 520702"/>
                <a:gd name="connsiteX61" fmla="*/ 350299 w 604604"/>
                <a:gd name="connsiteY61" fmla="*/ 166712 h 520702"/>
                <a:gd name="connsiteX62" fmla="*/ 408979 w 604604"/>
                <a:gd name="connsiteY62" fmla="*/ 197115 h 520702"/>
                <a:gd name="connsiteX63" fmla="*/ 503956 w 604604"/>
                <a:gd name="connsiteY63" fmla="*/ 84362 h 520702"/>
                <a:gd name="connsiteX64" fmla="*/ 514240 w 604604"/>
                <a:gd name="connsiteY64" fmla="*/ 83556 h 520702"/>
                <a:gd name="connsiteX65" fmla="*/ 36099 w 604604"/>
                <a:gd name="connsiteY65" fmla="*/ 14498 h 520702"/>
                <a:gd name="connsiteX66" fmla="*/ 14520 w 604604"/>
                <a:gd name="connsiteY66" fmla="*/ 36042 h 520702"/>
                <a:gd name="connsiteX67" fmla="*/ 14520 w 604604"/>
                <a:gd name="connsiteY67" fmla="*/ 336664 h 520702"/>
                <a:gd name="connsiteX68" fmla="*/ 590286 w 604604"/>
                <a:gd name="connsiteY68" fmla="*/ 336664 h 520702"/>
                <a:gd name="connsiteX69" fmla="*/ 590286 w 604604"/>
                <a:gd name="connsiteY69" fmla="*/ 36042 h 520702"/>
                <a:gd name="connsiteX70" fmla="*/ 568505 w 604604"/>
                <a:gd name="connsiteY70" fmla="*/ 14498 h 520702"/>
                <a:gd name="connsiteX71" fmla="*/ 36099 w 604604"/>
                <a:gd name="connsiteY71" fmla="*/ 0 h 520702"/>
                <a:gd name="connsiteX72" fmla="*/ 568505 w 604604"/>
                <a:gd name="connsiteY72" fmla="*/ 0 h 520702"/>
                <a:gd name="connsiteX73" fmla="*/ 604604 w 604604"/>
                <a:gd name="connsiteY73" fmla="*/ 36042 h 520702"/>
                <a:gd name="connsiteX74" fmla="*/ 604604 w 604604"/>
                <a:gd name="connsiteY74" fmla="*/ 376532 h 520702"/>
                <a:gd name="connsiteX75" fmla="*/ 568505 w 604604"/>
                <a:gd name="connsiteY75" fmla="*/ 412575 h 520702"/>
                <a:gd name="connsiteX76" fmla="*/ 340216 w 604604"/>
                <a:gd name="connsiteY76" fmla="*/ 412575 h 520702"/>
                <a:gd name="connsiteX77" fmla="*/ 340216 w 604604"/>
                <a:gd name="connsiteY77" fmla="*/ 460698 h 520702"/>
                <a:gd name="connsiteX78" fmla="*/ 376920 w 604604"/>
                <a:gd name="connsiteY78" fmla="*/ 460698 h 520702"/>
                <a:gd name="connsiteX79" fmla="*/ 384180 w 604604"/>
                <a:gd name="connsiteY79" fmla="*/ 467746 h 520702"/>
                <a:gd name="connsiteX80" fmla="*/ 384180 w 604604"/>
                <a:gd name="connsiteY80" fmla="*/ 513453 h 520702"/>
                <a:gd name="connsiteX81" fmla="*/ 376920 w 604604"/>
                <a:gd name="connsiteY81" fmla="*/ 520702 h 520702"/>
                <a:gd name="connsiteX82" fmla="*/ 227685 w 604604"/>
                <a:gd name="connsiteY82" fmla="*/ 520702 h 520702"/>
                <a:gd name="connsiteX83" fmla="*/ 220425 w 604604"/>
                <a:gd name="connsiteY83" fmla="*/ 513453 h 520702"/>
                <a:gd name="connsiteX84" fmla="*/ 220425 w 604604"/>
                <a:gd name="connsiteY84" fmla="*/ 467746 h 520702"/>
                <a:gd name="connsiteX85" fmla="*/ 227685 w 604604"/>
                <a:gd name="connsiteY85" fmla="*/ 460698 h 520702"/>
                <a:gd name="connsiteX86" fmla="*/ 264388 w 604604"/>
                <a:gd name="connsiteY86" fmla="*/ 460698 h 520702"/>
                <a:gd name="connsiteX87" fmla="*/ 264388 w 604604"/>
                <a:gd name="connsiteY87" fmla="*/ 412575 h 520702"/>
                <a:gd name="connsiteX88" fmla="*/ 36099 w 604604"/>
                <a:gd name="connsiteY88" fmla="*/ 412575 h 520702"/>
                <a:gd name="connsiteX89" fmla="*/ 0 w 604604"/>
                <a:gd name="connsiteY89" fmla="*/ 376331 h 520702"/>
                <a:gd name="connsiteX90" fmla="*/ 0 w 604604"/>
                <a:gd name="connsiteY90" fmla="*/ 36042 h 520702"/>
                <a:gd name="connsiteX91" fmla="*/ 36099 w 604604"/>
                <a:gd name="connsiteY91" fmla="*/ 0 h 520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4604" h="520702">
                  <a:moveTo>
                    <a:pt x="234945" y="497949"/>
                  </a:moveTo>
                  <a:lnTo>
                    <a:pt x="234945" y="506406"/>
                  </a:lnTo>
                  <a:lnTo>
                    <a:pt x="369861" y="506406"/>
                  </a:lnTo>
                  <a:lnTo>
                    <a:pt x="369861" y="497949"/>
                  </a:lnTo>
                  <a:close/>
                  <a:moveTo>
                    <a:pt x="234945" y="474995"/>
                  </a:moveTo>
                  <a:lnTo>
                    <a:pt x="234945" y="483451"/>
                  </a:lnTo>
                  <a:lnTo>
                    <a:pt x="369861" y="483451"/>
                  </a:lnTo>
                  <a:lnTo>
                    <a:pt x="369861" y="474995"/>
                  </a:lnTo>
                  <a:lnTo>
                    <a:pt x="332956" y="474995"/>
                  </a:lnTo>
                  <a:lnTo>
                    <a:pt x="271649" y="474995"/>
                  </a:lnTo>
                  <a:close/>
                  <a:moveTo>
                    <a:pt x="278909" y="412575"/>
                  </a:moveTo>
                  <a:lnTo>
                    <a:pt x="278909" y="460698"/>
                  </a:lnTo>
                  <a:lnTo>
                    <a:pt x="325898" y="460698"/>
                  </a:lnTo>
                  <a:lnTo>
                    <a:pt x="325898" y="412575"/>
                  </a:lnTo>
                  <a:close/>
                  <a:moveTo>
                    <a:pt x="514240" y="83556"/>
                  </a:moveTo>
                  <a:cubicBezTo>
                    <a:pt x="517265" y="85973"/>
                    <a:pt x="517668" y="90604"/>
                    <a:pt x="515047" y="93624"/>
                  </a:cubicBezTo>
                  <a:lnTo>
                    <a:pt x="416238" y="210807"/>
                  </a:lnTo>
                  <a:cubicBezTo>
                    <a:pt x="415835" y="211209"/>
                    <a:pt x="415432" y="211612"/>
                    <a:pt x="415029" y="211813"/>
                  </a:cubicBezTo>
                  <a:cubicBezTo>
                    <a:pt x="414625" y="212015"/>
                    <a:pt x="414424" y="212418"/>
                    <a:pt x="414020" y="212619"/>
                  </a:cubicBezTo>
                  <a:cubicBezTo>
                    <a:pt x="413012" y="213022"/>
                    <a:pt x="412004" y="213424"/>
                    <a:pt x="410794" y="213424"/>
                  </a:cubicBezTo>
                  <a:cubicBezTo>
                    <a:pt x="409786" y="213424"/>
                    <a:pt x="408777" y="213223"/>
                    <a:pt x="407769" y="212820"/>
                  </a:cubicBezTo>
                  <a:cubicBezTo>
                    <a:pt x="407769" y="212619"/>
                    <a:pt x="407568" y="212619"/>
                    <a:pt x="407366" y="212619"/>
                  </a:cubicBezTo>
                  <a:lnTo>
                    <a:pt x="348484" y="182014"/>
                  </a:lnTo>
                  <a:lnTo>
                    <a:pt x="272664" y="261747"/>
                  </a:lnTo>
                  <a:cubicBezTo>
                    <a:pt x="272664" y="261747"/>
                    <a:pt x="272664" y="261747"/>
                    <a:pt x="272462" y="261747"/>
                  </a:cubicBezTo>
                  <a:cubicBezTo>
                    <a:pt x="272462" y="261747"/>
                    <a:pt x="272462" y="261948"/>
                    <a:pt x="272462" y="261948"/>
                  </a:cubicBezTo>
                  <a:cubicBezTo>
                    <a:pt x="272059" y="262351"/>
                    <a:pt x="271454" y="262552"/>
                    <a:pt x="271051" y="262955"/>
                  </a:cubicBezTo>
                  <a:cubicBezTo>
                    <a:pt x="270647" y="262955"/>
                    <a:pt x="270446" y="263358"/>
                    <a:pt x="270244" y="263358"/>
                  </a:cubicBezTo>
                  <a:cubicBezTo>
                    <a:pt x="269236" y="263761"/>
                    <a:pt x="268429" y="263962"/>
                    <a:pt x="267421" y="263962"/>
                  </a:cubicBezTo>
                  <a:cubicBezTo>
                    <a:pt x="266413" y="263962"/>
                    <a:pt x="265606" y="263761"/>
                    <a:pt x="264800" y="263358"/>
                  </a:cubicBezTo>
                  <a:cubicBezTo>
                    <a:pt x="264396" y="263358"/>
                    <a:pt x="264195" y="263157"/>
                    <a:pt x="263993" y="262955"/>
                  </a:cubicBezTo>
                  <a:cubicBezTo>
                    <a:pt x="263388" y="262754"/>
                    <a:pt x="262985" y="262351"/>
                    <a:pt x="262380" y="261948"/>
                  </a:cubicBezTo>
                  <a:cubicBezTo>
                    <a:pt x="262380" y="261948"/>
                    <a:pt x="262380" y="261948"/>
                    <a:pt x="262380" y="261747"/>
                  </a:cubicBezTo>
                  <a:cubicBezTo>
                    <a:pt x="262380" y="261747"/>
                    <a:pt x="262178" y="261747"/>
                    <a:pt x="262178" y="261747"/>
                  </a:cubicBezTo>
                  <a:lnTo>
                    <a:pt x="212169" y="210203"/>
                  </a:lnTo>
                  <a:lnTo>
                    <a:pt x="116184" y="318728"/>
                  </a:lnTo>
                  <a:cubicBezTo>
                    <a:pt x="114772" y="320339"/>
                    <a:pt x="112756" y="321144"/>
                    <a:pt x="110941" y="321144"/>
                  </a:cubicBezTo>
                  <a:cubicBezTo>
                    <a:pt x="109126" y="321144"/>
                    <a:pt x="107513" y="320540"/>
                    <a:pt x="106101" y="319332"/>
                  </a:cubicBezTo>
                  <a:cubicBezTo>
                    <a:pt x="103077" y="316513"/>
                    <a:pt x="102673" y="312083"/>
                    <a:pt x="105496" y="309063"/>
                  </a:cubicBezTo>
                  <a:lnTo>
                    <a:pt x="206523" y="194900"/>
                  </a:lnTo>
                  <a:cubicBezTo>
                    <a:pt x="206724" y="194699"/>
                    <a:pt x="206724" y="194699"/>
                    <a:pt x="206724" y="194699"/>
                  </a:cubicBezTo>
                  <a:cubicBezTo>
                    <a:pt x="206926" y="194699"/>
                    <a:pt x="206926" y="194498"/>
                    <a:pt x="206926" y="194498"/>
                  </a:cubicBezTo>
                  <a:cubicBezTo>
                    <a:pt x="207329" y="194095"/>
                    <a:pt x="207531" y="194095"/>
                    <a:pt x="207934" y="193894"/>
                  </a:cubicBezTo>
                  <a:cubicBezTo>
                    <a:pt x="208338" y="193491"/>
                    <a:pt x="208741" y="193290"/>
                    <a:pt x="209144" y="193088"/>
                  </a:cubicBezTo>
                  <a:cubicBezTo>
                    <a:pt x="209548" y="192887"/>
                    <a:pt x="209951" y="192887"/>
                    <a:pt x="210354" y="192686"/>
                  </a:cubicBezTo>
                  <a:cubicBezTo>
                    <a:pt x="210959" y="192686"/>
                    <a:pt x="211362" y="192484"/>
                    <a:pt x="211766" y="192484"/>
                  </a:cubicBezTo>
                  <a:cubicBezTo>
                    <a:pt x="212371" y="192484"/>
                    <a:pt x="212774" y="192484"/>
                    <a:pt x="213177" y="192686"/>
                  </a:cubicBezTo>
                  <a:cubicBezTo>
                    <a:pt x="213581" y="192686"/>
                    <a:pt x="214186" y="192686"/>
                    <a:pt x="214589" y="192887"/>
                  </a:cubicBezTo>
                  <a:cubicBezTo>
                    <a:pt x="214992" y="193088"/>
                    <a:pt x="215395" y="193290"/>
                    <a:pt x="215799" y="193692"/>
                  </a:cubicBezTo>
                  <a:cubicBezTo>
                    <a:pt x="216202" y="193894"/>
                    <a:pt x="216404" y="193894"/>
                    <a:pt x="216807" y="194296"/>
                  </a:cubicBezTo>
                  <a:cubicBezTo>
                    <a:pt x="216807" y="194296"/>
                    <a:pt x="216807" y="194296"/>
                    <a:pt x="217009" y="194498"/>
                  </a:cubicBezTo>
                  <a:cubicBezTo>
                    <a:pt x="217009" y="194498"/>
                    <a:pt x="217210" y="194498"/>
                    <a:pt x="217210" y="194699"/>
                  </a:cubicBezTo>
                  <a:lnTo>
                    <a:pt x="267421" y="246244"/>
                  </a:lnTo>
                  <a:lnTo>
                    <a:pt x="341628" y="168122"/>
                  </a:lnTo>
                  <a:cubicBezTo>
                    <a:pt x="341628" y="168122"/>
                    <a:pt x="341830" y="168122"/>
                    <a:pt x="342031" y="167920"/>
                  </a:cubicBezTo>
                  <a:cubicBezTo>
                    <a:pt x="342233" y="167518"/>
                    <a:pt x="342838" y="167316"/>
                    <a:pt x="343241" y="167115"/>
                  </a:cubicBezTo>
                  <a:cubicBezTo>
                    <a:pt x="343645" y="166913"/>
                    <a:pt x="343846" y="166511"/>
                    <a:pt x="344250" y="166511"/>
                  </a:cubicBezTo>
                  <a:cubicBezTo>
                    <a:pt x="344854" y="166309"/>
                    <a:pt x="345258" y="166309"/>
                    <a:pt x="345661" y="166108"/>
                  </a:cubicBezTo>
                  <a:cubicBezTo>
                    <a:pt x="346064" y="166108"/>
                    <a:pt x="346669" y="165907"/>
                    <a:pt x="347073" y="165907"/>
                  </a:cubicBezTo>
                  <a:cubicBezTo>
                    <a:pt x="347476" y="165907"/>
                    <a:pt x="347879" y="166108"/>
                    <a:pt x="348283" y="166108"/>
                  </a:cubicBezTo>
                  <a:cubicBezTo>
                    <a:pt x="348887" y="166309"/>
                    <a:pt x="349291" y="166309"/>
                    <a:pt x="349896" y="166712"/>
                  </a:cubicBezTo>
                  <a:cubicBezTo>
                    <a:pt x="349896" y="166712"/>
                    <a:pt x="350097" y="166712"/>
                    <a:pt x="350299" y="166712"/>
                  </a:cubicBezTo>
                  <a:lnTo>
                    <a:pt x="408979" y="197115"/>
                  </a:lnTo>
                  <a:lnTo>
                    <a:pt x="503956" y="84362"/>
                  </a:lnTo>
                  <a:cubicBezTo>
                    <a:pt x="506578" y="81342"/>
                    <a:pt x="511014" y="80939"/>
                    <a:pt x="514240" y="83556"/>
                  </a:cubicBezTo>
                  <a:close/>
                  <a:moveTo>
                    <a:pt x="36099" y="14498"/>
                  </a:moveTo>
                  <a:cubicBezTo>
                    <a:pt x="24200" y="14498"/>
                    <a:pt x="14520" y="24163"/>
                    <a:pt x="14520" y="36042"/>
                  </a:cubicBezTo>
                  <a:lnTo>
                    <a:pt x="14520" y="336664"/>
                  </a:lnTo>
                  <a:lnTo>
                    <a:pt x="590286" y="336664"/>
                  </a:lnTo>
                  <a:lnTo>
                    <a:pt x="590286" y="36042"/>
                  </a:lnTo>
                  <a:cubicBezTo>
                    <a:pt x="590286" y="24163"/>
                    <a:pt x="580404" y="14498"/>
                    <a:pt x="568505" y="14498"/>
                  </a:cubicBezTo>
                  <a:close/>
                  <a:moveTo>
                    <a:pt x="36099" y="0"/>
                  </a:moveTo>
                  <a:lnTo>
                    <a:pt x="568505" y="0"/>
                  </a:lnTo>
                  <a:cubicBezTo>
                    <a:pt x="588471" y="0"/>
                    <a:pt x="604604" y="16108"/>
                    <a:pt x="604604" y="36042"/>
                  </a:cubicBezTo>
                  <a:lnTo>
                    <a:pt x="604604" y="376532"/>
                  </a:lnTo>
                  <a:cubicBezTo>
                    <a:pt x="604604" y="396265"/>
                    <a:pt x="588471" y="412575"/>
                    <a:pt x="568505" y="412575"/>
                  </a:cubicBezTo>
                  <a:lnTo>
                    <a:pt x="340216" y="412575"/>
                  </a:lnTo>
                  <a:lnTo>
                    <a:pt x="340216" y="460698"/>
                  </a:lnTo>
                  <a:lnTo>
                    <a:pt x="376920" y="460698"/>
                  </a:lnTo>
                  <a:cubicBezTo>
                    <a:pt x="380953" y="460698"/>
                    <a:pt x="384180" y="463920"/>
                    <a:pt x="384180" y="467746"/>
                  </a:cubicBezTo>
                  <a:lnTo>
                    <a:pt x="384180" y="513453"/>
                  </a:lnTo>
                  <a:cubicBezTo>
                    <a:pt x="384180" y="517480"/>
                    <a:pt x="380953" y="520702"/>
                    <a:pt x="376920" y="520702"/>
                  </a:cubicBezTo>
                  <a:lnTo>
                    <a:pt x="227685" y="520702"/>
                  </a:lnTo>
                  <a:cubicBezTo>
                    <a:pt x="223651" y="520702"/>
                    <a:pt x="220425" y="517480"/>
                    <a:pt x="220425" y="513453"/>
                  </a:cubicBezTo>
                  <a:lnTo>
                    <a:pt x="220425" y="467746"/>
                  </a:lnTo>
                  <a:cubicBezTo>
                    <a:pt x="220425" y="463920"/>
                    <a:pt x="223651" y="460698"/>
                    <a:pt x="227685" y="460698"/>
                  </a:cubicBezTo>
                  <a:lnTo>
                    <a:pt x="264388" y="460698"/>
                  </a:lnTo>
                  <a:lnTo>
                    <a:pt x="264388" y="412575"/>
                  </a:lnTo>
                  <a:lnTo>
                    <a:pt x="36099" y="412575"/>
                  </a:lnTo>
                  <a:cubicBezTo>
                    <a:pt x="16133" y="412575"/>
                    <a:pt x="0" y="396265"/>
                    <a:pt x="0" y="376331"/>
                  </a:cubicBezTo>
                  <a:lnTo>
                    <a:pt x="0" y="36042"/>
                  </a:lnTo>
                  <a:cubicBezTo>
                    <a:pt x="0" y="16108"/>
                    <a:pt x="16133" y="0"/>
                    <a:pt x="360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2961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19D9943-2FC6-8BAB-6D63-95EB695E6EAF}"/>
              </a:ext>
            </a:extLst>
          </p:cNvPr>
          <p:cNvCxnSpPr>
            <a:cxnSpLocks/>
          </p:cNvCxnSpPr>
          <p:nvPr/>
        </p:nvCxnSpPr>
        <p:spPr>
          <a:xfrm flipV="1">
            <a:off x="707718" y="856366"/>
            <a:ext cx="0" cy="355445"/>
          </a:xfrm>
          <a:prstGeom prst="line">
            <a:avLst/>
          </a:prstGeom>
          <a:ln w="79375">
            <a:solidFill>
              <a:srgbClr val="122E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C4E42A1-1173-BF65-9D51-B943970D3E2D}"/>
              </a:ext>
            </a:extLst>
          </p:cNvPr>
          <p:cNvGrpSpPr/>
          <p:nvPr/>
        </p:nvGrpSpPr>
        <p:grpSpPr>
          <a:xfrm>
            <a:off x="1960642" y="2497257"/>
            <a:ext cx="8323142" cy="1816661"/>
            <a:chOff x="2377440" y="2692400"/>
            <a:chExt cx="2741369" cy="58928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022AB89-6D0B-C080-6500-2EB0B2CD2722}"/>
                </a:ext>
              </a:extLst>
            </p:cNvPr>
            <p:cNvSpPr/>
            <p:nvPr/>
          </p:nvSpPr>
          <p:spPr>
            <a:xfrm>
              <a:off x="2377440" y="2692400"/>
              <a:ext cx="2741369" cy="589280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7BBD986-2291-1F82-C6D6-5A39C9F1F1B9}"/>
                </a:ext>
              </a:extLst>
            </p:cNvPr>
            <p:cNvSpPr txBox="1"/>
            <p:nvPr/>
          </p:nvSpPr>
          <p:spPr>
            <a:xfrm>
              <a:off x="3313348" y="2879824"/>
              <a:ext cx="852286" cy="229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核心技术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52C36C23-5CCB-7DCD-395D-9BF5E016C560}"/>
              </a:ext>
            </a:extLst>
          </p:cNvPr>
          <p:cNvSpPr txBox="1"/>
          <p:nvPr/>
        </p:nvSpPr>
        <p:spPr>
          <a:xfrm>
            <a:off x="1960642" y="2121849"/>
            <a:ext cx="2587647" cy="26468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85000"/>
                    <a:alpha val="62000"/>
                  </a:schemeClr>
                </a:solidFill>
                <a:latin typeface="Impact" panose="020B0806030902050204" pitchFamily="34" charset="0"/>
                <a:cs typeface="+mn-ea"/>
              </a:rPr>
              <a:t>02</a:t>
            </a:r>
            <a:endParaRPr lang="zh-CN" altLang="en-US" sz="16600" dirty="0">
              <a:solidFill>
                <a:schemeClr val="bg1">
                  <a:lumMod val="85000"/>
                  <a:alpha val="62000"/>
                </a:schemeClr>
              </a:solidFill>
              <a:latin typeface="Impact" panose="020B0806030902050204" pitchFamily="34" charset="0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4405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660285" y="1056838"/>
            <a:ext cx="10081920" cy="473345"/>
            <a:chOff x="489815" y="892975"/>
            <a:chExt cx="9863039" cy="47334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815" y="1366320"/>
              <a:ext cx="9422220" cy="0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489815" y="892975"/>
              <a:ext cx="98630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总体架构：系统采用前后端分离架构，整体分为三层：前端 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UI 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层、后端业务层、数据库层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041B2FF-99F9-3DC5-5329-46BA0E677879}"/>
              </a:ext>
            </a:extLst>
          </p:cNvPr>
          <p:cNvGrpSpPr/>
          <p:nvPr/>
        </p:nvGrpSpPr>
        <p:grpSpPr>
          <a:xfrm>
            <a:off x="830270" y="1934848"/>
            <a:ext cx="10235814" cy="4112133"/>
            <a:chOff x="897377" y="1274473"/>
            <a:chExt cx="10235814" cy="4112133"/>
          </a:xfrm>
        </p:grpSpPr>
        <p:sp>
          <p:nvSpPr>
            <p:cNvPr id="26" name="左中括号 25">
              <a:extLst>
                <a:ext uri="{FF2B5EF4-FFF2-40B4-BE49-F238E27FC236}">
                  <a16:creationId xmlns:a16="http://schemas.microsoft.com/office/drawing/2014/main" id="{C9780B81-87C8-47E3-E81D-2D9A53C467A9}"/>
                </a:ext>
              </a:extLst>
            </p:cNvPr>
            <p:cNvSpPr/>
            <p:nvPr/>
          </p:nvSpPr>
          <p:spPr>
            <a:xfrm>
              <a:off x="3235843" y="1284506"/>
              <a:ext cx="531368" cy="4102100"/>
            </a:xfrm>
            <a:prstGeom prst="leftBracket">
              <a:avLst>
                <a:gd name="adj" fmla="val 106991"/>
              </a:avLst>
            </a:prstGeom>
            <a:noFill/>
            <a:ln w="412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C54D3687-4A78-2C85-19C9-8CD234639ED7}"/>
                </a:ext>
              </a:extLst>
            </p:cNvPr>
            <p:cNvGrpSpPr/>
            <p:nvPr/>
          </p:nvGrpSpPr>
          <p:grpSpPr>
            <a:xfrm>
              <a:off x="4184926" y="1274473"/>
              <a:ext cx="6948265" cy="1159456"/>
              <a:chOff x="4367402" y="1090552"/>
              <a:chExt cx="6948265" cy="1159456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D453F1A7-8B37-2C6A-7EDA-D553012B473C}"/>
                  </a:ext>
                </a:extLst>
              </p:cNvPr>
              <p:cNvSpPr/>
              <p:nvPr/>
            </p:nvSpPr>
            <p:spPr>
              <a:xfrm>
                <a:off x="4367402" y="1090552"/>
                <a:ext cx="6948265" cy="11594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4200000" sx="101000" sy="101000" algn="tl" rotWithShape="0">
                  <a:prstClr val="black">
                    <a:alpha val="1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E419C"/>
                  </a:buClr>
                </a:pPr>
                <a:endParaRPr lang="en-US" altLang="zh-CN" noProof="1">
                  <a:solidFill>
                    <a:srgbClr val="122E66"/>
                  </a:solidFill>
                  <a:latin typeface="+mj-ea"/>
                  <a:ea typeface="+mj-ea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  <a:p>
                <a:pPr>
                  <a:buClr>
                    <a:srgbClr val="0E419C"/>
                  </a:buClr>
                </a:pPr>
                <a:endParaRPr lang="en-US" altLang="zh-CN" sz="1600" noProof="1">
                  <a:solidFill>
                    <a:srgbClr val="122E66"/>
                  </a:solidFill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3B2520D-0523-45C5-D918-E822C90C3437}"/>
                  </a:ext>
                </a:extLst>
              </p:cNvPr>
              <p:cNvSpPr txBox="1"/>
              <p:nvPr/>
            </p:nvSpPr>
            <p:spPr>
              <a:xfrm>
                <a:off x="4509385" y="1432736"/>
                <a:ext cx="66642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0E419C"/>
                  </a:buClr>
                </a:pPr>
                <a:r>
                  <a:rPr kumimoji="0" lang="zh-CN" altLang="en-US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后端：</a:t>
                </a: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Java 17 + Spring Boot+ MyBatis-Plus</a:t>
                </a: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6B5293F-9788-96F2-E825-1A9C64D1058C}"/>
                </a:ext>
              </a:extLst>
            </p:cNvPr>
            <p:cNvGrpSpPr/>
            <p:nvPr/>
          </p:nvGrpSpPr>
          <p:grpSpPr>
            <a:xfrm>
              <a:off x="4184926" y="2750812"/>
              <a:ext cx="6948265" cy="1159456"/>
              <a:chOff x="4367402" y="1090552"/>
              <a:chExt cx="6948265" cy="1159456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8EEB6FF-2A31-EA2F-D01C-FCBFE144D629}"/>
                  </a:ext>
                </a:extLst>
              </p:cNvPr>
              <p:cNvSpPr/>
              <p:nvPr/>
            </p:nvSpPr>
            <p:spPr>
              <a:xfrm>
                <a:off x="4367402" y="1090552"/>
                <a:ext cx="6948265" cy="11594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4200000" sx="101000" sy="101000" algn="tl" rotWithShape="0">
                  <a:prstClr val="black">
                    <a:alpha val="1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E419C"/>
                  </a:buClr>
                </a:pPr>
                <a:endParaRPr lang="en-US" altLang="zh-CN" noProof="1">
                  <a:solidFill>
                    <a:srgbClr val="122E66"/>
                  </a:solidFill>
                  <a:latin typeface="+mj-ea"/>
                  <a:ea typeface="+mj-ea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  <a:p>
                <a:pPr>
                  <a:buClr>
                    <a:srgbClr val="0E419C"/>
                  </a:buClr>
                </a:pPr>
                <a:endParaRPr lang="en-US" altLang="zh-CN" sz="1600" noProof="1">
                  <a:solidFill>
                    <a:srgbClr val="122E66"/>
                  </a:solidFill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919C3CE-13E1-E545-8FEB-D9138352D2AC}"/>
                  </a:ext>
                </a:extLst>
              </p:cNvPr>
              <p:cNvSpPr txBox="1"/>
              <p:nvPr/>
            </p:nvSpPr>
            <p:spPr>
              <a:xfrm>
                <a:off x="4550416" y="1441535"/>
                <a:ext cx="66642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0E419C"/>
                  </a:buClr>
                </a:pPr>
                <a:r>
                  <a:rPr kumimoji="0" lang="zh-CN" altLang="fr-FR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前端：</a:t>
                </a:r>
                <a:r>
                  <a:rPr kumimoji="0" lang="fr-FR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Vue3 + Vite + Element Plus + Vue Router + Axios + Pinia</a:t>
                </a: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rgbClr val="122E66"/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CC5858BC-2866-BE2C-9247-AB30CE54C98D}"/>
                </a:ext>
              </a:extLst>
            </p:cNvPr>
            <p:cNvGrpSpPr/>
            <p:nvPr/>
          </p:nvGrpSpPr>
          <p:grpSpPr>
            <a:xfrm>
              <a:off x="4184926" y="4227150"/>
              <a:ext cx="6948265" cy="1159456"/>
              <a:chOff x="4367402" y="1090552"/>
              <a:chExt cx="6948265" cy="1159456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6B846D8-E19E-7E9F-4A08-35DEA8FD60DF}"/>
                  </a:ext>
                </a:extLst>
              </p:cNvPr>
              <p:cNvSpPr/>
              <p:nvPr/>
            </p:nvSpPr>
            <p:spPr>
              <a:xfrm>
                <a:off x="4367402" y="1090552"/>
                <a:ext cx="6948265" cy="11594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4200000" sx="101000" sy="101000" algn="tl" rotWithShape="0">
                  <a:prstClr val="black">
                    <a:alpha val="1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E419C"/>
                  </a:buClr>
                </a:pPr>
                <a:endParaRPr lang="en-US" altLang="zh-CN" noProof="1">
                  <a:solidFill>
                    <a:srgbClr val="122E66"/>
                  </a:solidFill>
                  <a:latin typeface="+mj-ea"/>
                  <a:ea typeface="+mj-ea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  <a:p>
                <a:pPr>
                  <a:buClr>
                    <a:srgbClr val="0E419C"/>
                  </a:buClr>
                </a:pPr>
                <a:endParaRPr lang="en-US" altLang="zh-CN" sz="1600" noProof="1">
                  <a:solidFill>
                    <a:srgbClr val="122E66"/>
                  </a:solidFill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EC044BB-CB8B-3225-027B-49DD1A7597B5}"/>
                  </a:ext>
                </a:extLst>
              </p:cNvPr>
              <p:cNvSpPr txBox="1"/>
              <p:nvPr/>
            </p:nvSpPr>
            <p:spPr>
              <a:xfrm>
                <a:off x="4509385" y="1485614"/>
                <a:ext cx="66642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0E419C"/>
                  </a:buClr>
                </a:pPr>
                <a:r>
                  <a:rPr kumimoji="0" lang="zh-CN" altLang="en-US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数据库：</a:t>
                </a: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Open Sans Light" panose="020B0306030504020204" pitchFamily="34" charset="0"/>
                    <a:cs typeface="Arial" panose="020B0604020202020204" pitchFamily="34" charset="0"/>
                    <a:sym typeface="Segoe UI Symbol" panose="020B0502040204020203" pitchFamily="34" charset="0"/>
                  </a:rPr>
                  <a:t>MySQL 8.0</a:t>
                </a:r>
              </a:p>
            </p:txBody>
          </p:sp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AFC953A-1642-98FB-2CEF-4205465ED0B1}"/>
                </a:ext>
              </a:extLst>
            </p:cNvPr>
            <p:cNvCxnSpPr>
              <a:cxnSpLocks/>
            </p:cNvCxnSpPr>
            <p:nvPr/>
          </p:nvCxnSpPr>
          <p:spPr>
            <a:xfrm>
              <a:off x="2506366" y="3231465"/>
              <a:ext cx="1260845" cy="0"/>
            </a:xfrm>
            <a:prstGeom prst="line">
              <a:avLst/>
            </a:prstGeom>
            <a:ln w="412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图形 32">
              <a:extLst>
                <a:ext uri="{FF2B5EF4-FFF2-40B4-BE49-F238E27FC236}">
                  <a16:creationId xmlns:a16="http://schemas.microsoft.com/office/drawing/2014/main" id="{3EE81038-2E8E-C49A-0F80-F82AF8289A7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7377" y="2997200"/>
              <a:ext cx="426129" cy="42612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EB6F48D-9DA4-C9CB-6657-FFE8A645C23D}"/>
                </a:ext>
              </a:extLst>
            </p:cNvPr>
            <p:cNvSpPr txBox="1"/>
            <p:nvPr/>
          </p:nvSpPr>
          <p:spPr>
            <a:xfrm>
              <a:off x="1335007" y="3077576"/>
              <a:ext cx="1210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spc="600" dirty="0">
                  <a:solidFill>
                    <a:srgbClr val="122E66"/>
                  </a:solidFill>
                </a:rPr>
                <a:t>主要技术</a:t>
              </a:r>
            </a:p>
          </p:txBody>
        </p:sp>
      </p:grp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AC431CAD-5F6F-6E3B-74BB-CC529EC2C218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核心技术</a:t>
            </a:r>
          </a:p>
        </p:txBody>
      </p:sp>
    </p:spTree>
    <p:extLst>
      <p:ext uri="{BB962C8B-B14F-4D97-AF65-F5344CB8AC3E}">
        <p14:creationId xmlns:p14="http://schemas.microsoft.com/office/powerpoint/2010/main" val="2680491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C0C66-62B0-BC8B-246B-E6914243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2D872D83-F14B-6732-DB92-17573B34E116}"/>
              </a:ext>
            </a:extLst>
          </p:cNvPr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>
            <a:extLst>
              <a:ext uri="{FF2B5EF4-FFF2-40B4-BE49-F238E27FC236}">
                <a16:creationId xmlns:a16="http://schemas.microsoft.com/office/drawing/2014/main" id="{F30B4623-9CF4-6EAF-B781-745277CA01DF}"/>
              </a:ext>
            </a:extLst>
          </p:cNvPr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>
            <a:extLst>
              <a:ext uri="{FF2B5EF4-FFF2-40B4-BE49-F238E27FC236}">
                <a16:creationId xmlns:a16="http://schemas.microsoft.com/office/drawing/2014/main" id="{1DA19308-5E1E-E1ED-E1F6-9926EEC56647}"/>
              </a:ext>
            </a:extLst>
          </p:cNvPr>
          <p:cNvSpPr/>
          <p:nvPr/>
        </p:nvSpPr>
        <p:spPr>
          <a:xfrm>
            <a:off x="291588" y="451250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B1C7CC4-CB75-B067-849D-18D64B1F4831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7C69D64-E788-2EEB-AB06-821AFFF7B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E350550-F873-1239-31B3-DEF9906AA6ED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框架示例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FC8827A8-007D-4FEF-1E3C-31CE8E68C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18" y="1438149"/>
            <a:ext cx="2803367" cy="4506678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BA82495E-57D4-656A-70AD-3B8D75A9D14E}"/>
              </a:ext>
            </a:extLst>
          </p:cNvPr>
          <p:cNvGrpSpPr/>
          <p:nvPr/>
        </p:nvGrpSpPr>
        <p:grpSpPr>
          <a:xfrm>
            <a:off x="3734339" y="1244863"/>
            <a:ext cx="7749944" cy="1242305"/>
            <a:chOff x="4504060" y="3094413"/>
            <a:chExt cx="3183875" cy="2520108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438A090-E1CD-8CDA-B50B-E8802F857362}"/>
                </a:ext>
              </a:extLst>
            </p:cNvPr>
            <p:cNvGrpSpPr/>
            <p:nvPr/>
          </p:nvGrpSpPr>
          <p:grpSpPr>
            <a:xfrm>
              <a:off x="4504060" y="3094413"/>
              <a:ext cx="3183875" cy="2520108"/>
              <a:chOff x="466379" y="3429000"/>
              <a:chExt cx="3183875" cy="2520108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1C5CA680-DDB0-D865-6803-08E05677F3A4}"/>
                  </a:ext>
                </a:extLst>
              </p:cNvPr>
              <p:cNvSpPr/>
              <p:nvPr/>
            </p:nvSpPr>
            <p:spPr>
              <a:xfrm>
                <a:off x="466379" y="3429000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2F0A9EE-1F95-F325-3863-F17533396950}"/>
                  </a:ext>
                </a:extLst>
              </p:cNvPr>
              <p:cNvSpPr/>
              <p:nvPr/>
            </p:nvSpPr>
            <p:spPr>
              <a:xfrm>
                <a:off x="626188" y="3555493"/>
                <a:ext cx="3024066" cy="2393615"/>
              </a:xfrm>
              <a:prstGeom prst="roundRect">
                <a:avLst>
                  <a:gd name="adj" fmla="val 5301"/>
                </a:avLst>
              </a:prstGeom>
              <a:solidFill>
                <a:srgbClr val="4C7CA0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77E45F5-FDE1-CDE6-194C-E84CA8A95629}"/>
                </a:ext>
              </a:extLst>
            </p:cNvPr>
            <p:cNvSpPr txBox="1"/>
            <p:nvPr/>
          </p:nvSpPr>
          <p:spPr>
            <a:xfrm>
              <a:off x="4789995" y="3505144"/>
              <a:ext cx="2758613" cy="143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前端 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UI 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层：负责页面展示与用户交互，包括用户端页面和管理员后台页面。前端通过 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HTTP 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请求调用后端接口，数据交换格式为 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JSON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。</a:t>
              </a:r>
              <a:endParaRPr lang="en-US" altLang="zh-CN" sz="1600" dirty="0">
                <a:solidFill>
                  <a:schemeClr val="bg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2F07DE2-B61B-93EE-FEC5-22104048DDF8}"/>
              </a:ext>
            </a:extLst>
          </p:cNvPr>
          <p:cNvGrpSpPr/>
          <p:nvPr/>
        </p:nvGrpSpPr>
        <p:grpSpPr>
          <a:xfrm>
            <a:off x="3734338" y="2719659"/>
            <a:ext cx="7761496" cy="1664690"/>
            <a:chOff x="466379" y="3058608"/>
            <a:chExt cx="3188621" cy="2520108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3CC24CF4-DC00-41D6-047F-DB6B1DA5083E}"/>
                </a:ext>
              </a:extLst>
            </p:cNvPr>
            <p:cNvGrpSpPr/>
            <p:nvPr/>
          </p:nvGrpSpPr>
          <p:grpSpPr>
            <a:xfrm>
              <a:off x="466379" y="3058608"/>
              <a:ext cx="3188621" cy="2520108"/>
              <a:chOff x="466379" y="3429000"/>
              <a:chExt cx="3188621" cy="2520108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6C1C807D-6A24-68AB-D972-86EF4963364F}"/>
                  </a:ext>
                </a:extLst>
              </p:cNvPr>
              <p:cNvSpPr/>
              <p:nvPr/>
            </p:nvSpPr>
            <p:spPr>
              <a:xfrm>
                <a:off x="466379" y="3429000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D7511763-2456-574A-98F0-FA473E7FDF1A}"/>
                  </a:ext>
                </a:extLst>
              </p:cNvPr>
              <p:cNvSpPr/>
              <p:nvPr/>
            </p:nvSpPr>
            <p:spPr>
              <a:xfrm>
                <a:off x="630934" y="3492246"/>
                <a:ext cx="3024066" cy="2393616"/>
              </a:xfrm>
              <a:prstGeom prst="roundRect">
                <a:avLst>
                  <a:gd name="adj" fmla="val 530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F3DF823-8B7F-85E4-C024-BD4B140F7BF4}"/>
                </a:ext>
              </a:extLst>
            </p:cNvPr>
            <p:cNvSpPr txBox="1"/>
            <p:nvPr/>
          </p:nvSpPr>
          <p:spPr>
            <a:xfrm>
              <a:off x="712219" y="3473467"/>
              <a:ext cx="2852003" cy="1368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后端业务层：基于 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Spring Boot 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框架开发，内部采用分层设计。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后端按业务功能划分为用户管理和订单管理两个模块。订单管理模块依赖用户管理模块，因为订单的发起人和接单人都必须来源于用户表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DA0A9B0-937C-0658-8C51-2CE0E9496CAB}"/>
              </a:ext>
            </a:extLst>
          </p:cNvPr>
          <p:cNvGrpSpPr/>
          <p:nvPr/>
        </p:nvGrpSpPr>
        <p:grpSpPr>
          <a:xfrm>
            <a:off x="3734338" y="4698578"/>
            <a:ext cx="7749944" cy="1220648"/>
            <a:chOff x="4504060" y="3220906"/>
            <a:chExt cx="3183875" cy="263295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BABBBFCB-266F-768B-E6BB-B762DF580C10}"/>
                </a:ext>
              </a:extLst>
            </p:cNvPr>
            <p:cNvGrpSpPr/>
            <p:nvPr/>
          </p:nvGrpSpPr>
          <p:grpSpPr>
            <a:xfrm>
              <a:off x="4504060" y="3220906"/>
              <a:ext cx="3183875" cy="2632953"/>
              <a:chOff x="466379" y="3555493"/>
              <a:chExt cx="3183875" cy="2632953"/>
            </a:xfrm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0B981EDC-009F-F89E-6226-E33EFE2DDAB9}"/>
                  </a:ext>
                </a:extLst>
              </p:cNvPr>
              <p:cNvSpPr/>
              <p:nvPr/>
            </p:nvSpPr>
            <p:spPr>
              <a:xfrm>
                <a:off x="466379" y="3668338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60C9F388-6B3D-F4C5-EFB6-BF6604B7D584}"/>
                  </a:ext>
                </a:extLst>
              </p:cNvPr>
              <p:cNvSpPr/>
              <p:nvPr/>
            </p:nvSpPr>
            <p:spPr>
              <a:xfrm>
                <a:off x="626188" y="3555493"/>
                <a:ext cx="3024066" cy="2393615"/>
              </a:xfrm>
              <a:prstGeom prst="roundRect">
                <a:avLst>
                  <a:gd name="adj" fmla="val 5301"/>
                </a:avLst>
              </a:prstGeom>
              <a:solidFill>
                <a:srgbClr val="4C7CA0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4AAB461-4835-CDD1-364E-DFE67F800F72}"/>
                </a:ext>
              </a:extLst>
            </p:cNvPr>
            <p:cNvSpPr txBox="1"/>
            <p:nvPr/>
          </p:nvSpPr>
          <p:spPr>
            <a:xfrm>
              <a:off x="4796595" y="3563938"/>
              <a:ext cx="2758613" cy="1707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数据库层：使用 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MySQL 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关系型数据库，存储管理员、用户、订单等数据，与后端连接</a:t>
              </a:r>
              <a:endParaRPr lang="en-US" altLang="zh-CN" sz="1600" dirty="0">
                <a:solidFill>
                  <a:schemeClr val="bg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33" name="箭头: 五边形 32">
            <a:extLst>
              <a:ext uri="{FF2B5EF4-FFF2-40B4-BE49-F238E27FC236}">
                <a16:creationId xmlns:a16="http://schemas.microsoft.com/office/drawing/2014/main" id="{9791275A-02F5-315C-E119-48C088A7F0D5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核心技术</a:t>
            </a:r>
          </a:p>
        </p:txBody>
      </p:sp>
    </p:spTree>
    <p:extLst>
      <p:ext uri="{BB962C8B-B14F-4D97-AF65-F5344CB8AC3E}">
        <p14:creationId xmlns:p14="http://schemas.microsoft.com/office/powerpoint/2010/main" val="2972769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DC08E-8A64-1502-DB65-BBE20715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F041B933-4C3F-C788-784E-2C09112D2B83}"/>
              </a:ext>
            </a:extLst>
          </p:cNvPr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>
            <a:extLst>
              <a:ext uri="{FF2B5EF4-FFF2-40B4-BE49-F238E27FC236}">
                <a16:creationId xmlns:a16="http://schemas.microsoft.com/office/drawing/2014/main" id="{4B7575F3-E167-1925-B916-70738F6948B3}"/>
              </a:ext>
            </a:extLst>
          </p:cNvPr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>
            <a:extLst>
              <a:ext uri="{FF2B5EF4-FFF2-40B4-BE49-F238E27FC236}">
                <a16:creationId xmlns:a16="http://schemas.microsoft.com/office/drawing/2014/main" id="{B1CB27A0-7ADB-39F4-3824-F083599A8F7F}"/>
              </a:ext>
            </a:extLst>
          </p:cNvPr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D7A32F6-01E3-A6C1-8E73-FC427629E3C1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7BCC818-86A3-31EE-04CF-51E0EA70DA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09E1947-FEAE-1643-F7AA-00BBED17B02E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核心表</a:t>
              </a:r>
              <a:r>
                <a: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ER</a:t>
              </a: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图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5DFA1B4-DA0C-B01B-B70B-788C06E36B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92" y="2494483"/>
            <a:ext cx="11541015" cy="1770050"/>
          </a:xfrm>
          <a:prstGeom prst="rect">
            <a:avLst/>
          </a:prstGeom>
        </p:spPr>
      </p:pic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98FCAEE-3B4D-4122-209F-E429C5A8877F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核心技术</a:t>
            </a:r>
          </a:p>
        </p:txBody>
      </p:sp>
    </p:spTree>
    <p:extLst>
      <p:ext uri="{BB962C8B-B14F-4D97-AF65-F5344CB8AC3E}">
        <p14:creationId xmlns:p14="http://schemas.microsoft.com/office/powerpoint/2010/main" val="414516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DA13-54AE-B9D8-3F45-BE834041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2F54939A-5946-CEC7-AB05-40AA6C68460F}"/>
              </a:ext>
            </a:extLst>
          </p:cNvPr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>
            <a:extLst>
              <a:ext uri="{FF2B5EF4-FFF2-40B4-BE49-F238E27FC236}">
                <a16:creationId xmlns:a16="http://schemas.microsoft.com/office/drawing/2014/main" id="{1C14EC15-DC79-2651-5DBA-0F8867D8DF9C}"/>
              </a:ext>
            </a:extLst>
          </p:cNvPr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>
            <a:extLst>
              <a:ext uri="{FF2B5EF4-FFF2-40B4-BE49-F238E27FC236}">
                <a16:creationId xmlns:a16="http://schemas.microsoft.com/office/drawing/2014/main" id="{E222A12E-01C8-BB15-F5F3-38693A7BBE61}"/>
              </a:ext>
            </a:extLst>
          </p:cNvPr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68AC83B-C622-4511-A9EC-09203A27D25A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692C373-7A69-7FF8-9D4D-90DC370DD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A25990C-3E25-9C10-4C97-4939F7D2D737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部分代码功能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991E8C9-A5B1-1B1C-902B-DA0148990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66" y="1649527"/>
            <a:ext cx="7534334" cy="3895396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1E7E720-1BA2-4F56-C2C7-BE6DF1099B6C}"/>
              </a:ext>
            </a:extLst>
          </p:cNvPr>
          <p:cNvGrpSpPr/>
          <p:nvPr/>
        </p:nvGrpSpPr>
        <p:grpSpPr>
          <a:xfrm>
            <a:off x="8369906" y="2201875"/>
            <a:ext cx="3312648" cy="2913057"/>
            <a:chOff x="466379" y="3058608"/>
            <a:chExt cx="3183875" cy="252010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E55841B-5C4C-CB1E-432E-60C88B425398}"/>
                </a:ext>
              </a:extLst>
            </p:cNvPr>
            <p:cNvGrpSpPr/>
            <p:nvPr/>
          </p:nvGrpSpPr>
          <p:grpSpPr>
            <a:xfrm>
              <a:off x="466379" y="3058608"/>
              <a:ext cx="3183875" cy="2520108"/>
              <a:chOff x="466379" y="3429000"/>
              <a:chExt cx="3183875" cy="2520108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79DBA490-CA1A-49BA-DAF7-91134CDF3D5B}"/>
                  </a:ext>
                </a:extLst>
              </p:cNvPr>
              <p:cNvSpPr/>
              <p:nvPr/>
            </p:nvSpPr>
            <p:spPr>
              <a:xfrm>
                <a:off x="466379" y="3429000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B7CD9E0-C8F8-17DB-80AB-D8A3D7B6D1B8}"/>
                  </a:ext>
                </a:extLst>
              </p:cNvPr>
              <p:cNvSpPr/>
              <p:nvPr/>
            </p:nvSpPr>
            <p:spPr>
              <a:xfrm>
                <a:off x="546284" y="3485588"/>
                <a:ext cx="3024066" cy="2393616"/>
              </a:xfrm>
              <a:prstGeom prst="roundRect">
                <a:avLst>
                  <a:gd name="adj" fmla="val 530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B799056-63BE-7F6C-C0DE-B4BB2A03D3AF}"/>
                </a:ext>
              </a:extLst>
            </p:cNvPr>
            <p:cNvSpPr txBox="1"/>
            <p:nvPr/>
          </p:nvSpPr>
          <p:spPr>
            <a:xfrm>
              <a:off x="718801" y="3328990"/>
              <a:ext cx="2679030" cy="1962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订单分页查询 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OrderInfoServiceImpl.java</a:t>
              </a:r>
            </a:p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说明：使用 </a:t>
              </a:r>
              <a:r>
                <a:rPr lang="en-US" altLang="zh-CN" sz="16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MyBatis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-Plus 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的 </a:t>
              </a:r>
              <a:r>
                <a:rPr lang="en-US" altLang="zh-CN" sz="16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LambdaQueryWrapper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 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构建条件，无需写 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SQL 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即可实现分页、模糊搜索和多条件筛选。</a:t>
              </a:r>
            </a:p>
          </p:txBody>
        </p:sp>
      </p:grp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F8E0DF48-F16C-F9F9-672B-87E587303D60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核心技术</a:t>
            </a:r>
          </a:p>
        </p:txBody>
      </p:sp>
    </p:spTree>
    <p:extLst>
      <p:ext uri="{BB962C8B-B14F-4D97-AF65-F5344CB8AC3E}">
        <p14:creationId xmlns:p14="http://schemas.microsoft.com/office/powerpoint/2010/main" val="3192882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058BA-9FCF-1B3B-9213-6AB3795A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595AF256-B247-BEA5-A47F-702A139C775A}"/>
              </a:ext>
            </a:extLst>
          </p:cNvPr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>
            <a:extLst>
              <a:ext uri="{FF2B5EF4-FFF2-40B4-BE49-F238E27FC236}">
                <a16:creationId xmlns:a16="http://schemas.microsoft.com/office/drawing/2014/main" id="{31F9362E-241D-5808-7581-35F4C9D00DFE}"/>
              </a:ext>
            </a:extLst>
          </p:cNvPr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>
            <a:extLst>
              <a:ext uri="{FF2B5EF4-FFF2-40B4-BE49-F238E27FC236}">
                <a16:creationId xmlns:a16="http://schemas.microsoft.com/office/drawing/2014/main" id="{C1D919F8-2CE3-E7E6-4789-8764A86E3660}"/>
              </a:ext>
            </a:extLst>
          </p:cNvPr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D1B7682-1F5A-5279-2224-A1823B6F1557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370D6B6-BC18-F23B-8419-222C870296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0E9FFC4-0B53-E4D0-CEBB-7993DEA69D77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部分代码功能</a:t>
              </a: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7EAE4E20-0DA9-9767-04C0-4FE42D395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18" y="1514427"/>
            <a:ext cx="7056038" cy="4248295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5FA3C684-388F-F1A2-2B00-3FA3C4BCA428}"/>
              </a:ext>
            </a:extLst>
          </p:cNvPr>
          <p:cNvGrpSpPr/>
          <p:nvPr/>
        </p:nvGrpSpPr>
        <p:grpSpPr>
          <a:xfrm>
            <a:off x="8062488" y="2112592"/>
            <a:ext cx="3522340" cy="3068177"/>
            <a:chOff x="466379" y="3058608"/>
            <a:chExt cx="3183875" cy="252010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3056F37-81C1-6C11-AB5C-D786A0A064DC}"/>
                </a:ext>
              </a:extLst>
            </p:cNvPr>
            <p:cNvGrpSpPr/>
            <p:nvPr/>
          </p:nvGrpSpPr>
          <p:grpSpPr>
            <a:xfrm>
              <a:off x="466379" y="3058608"/>
              <a:ext cx="3183875" cy="2520108"/>
              <a:chOff x="466379" y="3429000"/>
              <a:chExt cx="3183875" cy="2520108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AA2A6C05-587C-677D-7C0E-A942E8E6E90C}"/>
                  </a:ext>
                </a:extLst>
              </p:cNvPr>
              <p:cNvSpPr/>
              <p:nvPr/>
            </p:nvSpPr>
            <p:spPr>
              <a:xfrm>
                <a:off x="466379" y="3429000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98137812-4170-FC3F-3CF8-01AAB79BF898}"/>
                  </a:ext>
                </a:extLst>
              </p:cNvPr>
              <p:cNvSpPr/>
              <p:nvPr/>
            </p:nvSpPr>
            <p:spPr>
              <a:xfrm>
                <a:off x="546284" y="3485588"/>
                <a:ext cx="3024066" cy="2393616"/>
              </a:xfrm>
              <a:prstGeom prst="roundRect">
                <a:avLst>
                  <a:gd name="adj" fmla="val 530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70C35F1-BD6F-8C0C-F58A-A01C8ECEEAAE}"/>
                </a:ext>
              </a:extLst>
            </p:cNvPr>
            <p:cNvSpPr txBox="1"/>
            <p:nvPr/>
          </p:nvSpPr>
          <p:spPr>
            <a:xfrm>
              <a:off x="718801" y="3328990"/>
              <a:ext cx="2679030" cy="1863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接单校验骑手认证 </a:t>
              </a: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OrderInfoController.java</a:t>
              </a:r>
            </a:p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说明：修改订单时，如果传入 </a:t>
              </a:r>
              <a:r>
                <a:rPr lang="en-US" altLang="zh-CN" sz="16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runnerId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（即接单操作），先查询认证表，确认该用户已通过审核才允许接单。</a:t>
              </a:r>
            </a:p>
          </p:txBody>
        </p:sp>
      </p:grp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6ACB7896-6858-4718-6005-26A286D0556F}"/>
              </a:ext>
            </a:extLst>
          </p:cNvPr>
          <p:cNvSpPr/>
          <p:nvPr/>
        </p:nvSpPr>
        <p:spPr>
          <a:xfrm>
            <a:off x="284421" y="6453336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核心技术</a:t>
            </a:r>
          </a:p>
        </p:txBody>
      </p:sp>
    </p:spTree>
    <p:extLst>
      <p:ext uri="{BB962C8B-B14F-4D97-AF65-F5344CB8AC3E}">
        <p14:creationId xmlns:p14="http://schemas.microsoft.com/office/powerpoint/2010/main" val="1607511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19D9943-2FC6-8BAB-6D63-95EB695E6EAF}"/>
              </a:ext>
            </a:extLst>
          </p:cNvPr>
          <p:cNvCxnSpPr>
            <a:cxnSpLocks/>
          </p:cNvCxnSpPr>
          <p:nvPr/>
        </p:nvCxnSpPr>
        <p:spPr>
          <a:xfrm flipV="1">
            <a:off x="707718" y="856366"/>
            <a:ext cx="0" cy="355445"/>
          </a:xfrm>
          <a:prstGeom prst="line">
            <a:avLst/>
          </a:prstGeom>
          <a:ln w="79375">
            <a:solidFill>
              <a:srgbClr val="122E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C4E42A1-1173-BF65-9D51-B943970D3E2D}"/>
              </a:ext>
            </a:extLst>
          </p:cNvPr>
          <p:cNvGrpSpPr/>
          <p:nvPr/>
        </p:nvGrpSpPr>
        <p:grpSpPr>
          <a:xfrm>
            <a:off x="1960642" y="2497257"/>
            <a:ext cx="8323142" cy="1816661"/>
            <a:chOff x="2377440" y="2692400"/>
            <a:chExt cx="2741369" cy="58928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022AB89-6D0B-C080-6500-2EB0B2CD2722}"/>
                </a:ext>
              </a:extLst>
            </p:cNvPr>
            <p:cNvSpPr/>
            <p:nvPr/>
          </p:nvSpPr>
          <p:spPr>
            <a:xfrm>
              <a:off x="2377440" y="2692400"/>
              <a:ext cx="2741369" cy="589280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7BBD986-2291-1F82-C6D6-5A39C9F1F1B9}"/>
                </a:ext>
              </a:extLst>
            </p:cNvPr>
            <p:cNvSpPr txBox="1"/>
            <p:nvPr/>
          </p:nvSpPr>
          <p:spPr>
            <a:xfrm>
              <a:off x="3313348" y="2879824"/>
              <a:ext cx="852286" cy="229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系统演示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52C36C23-5CCB-7DCD-395D-9BF5E016C560}"/>
              </a:ext>
            </a:extLst>
          </p:cNvPr>
          <p:cNvSpPr txBox="1"/>
          <p:nvPr/>
        </p:nvSpPr>
        <p:spPr>
          <a:xfrm>
            <a:off x="1960642" y="2121849"/>
            <a:ext cx="2587647" cy="26468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85000"/>
                    <a:alpha val="62000"/>
                  </a:schemeClr>
                </a:solidFill>
                <a:latin typeface="Impact" panose="020B0806030902050204" pitchFamily="34" charset="0"/>
                <a:cs typeface="+mn-ea"/>
              </a:rPr>
              <a:t>03</a:t>
            </a:r>
            <a:endParaRPr lang="zh-CN" altLang="en-US" sz="16600" dirty="0">
              <a:solidFill>
                <a:schemeClr val="bg1">
                  <a:lumMod val="85000"/>
                  <a:alpha val="62000"/>
                </a:schemeClr>
              </a:solidFill>
              <a:latin typeface="Impact" panose="020B0806030902050204" pitchFamily="34" charset="0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965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55029-C50C-910D-9939-4883B0081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0591E53B-7D9E-9926-8725-9644D43904D8}"/>
              </a:ext>
            </a:extLst>
          </p:cNvPr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>
            <a:extLst>
              <a:ext uri="{FF2B5EF4-FFF2-40B4-BE49-F238E27FC236}">
                <a16:creationId xmlns:a16="http://schemas.microsoft.com/office/drawing/2014/main" id="{1444A897-C3BB-5D1B-7728-0CE054F22740}"/>
              </a:ext>
            </a:extLst>
          </p:cNvPr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>
            <a:extLst>
              <a:ext uri="{FF2B5EF4-FFF2-40B4-BE49-F238E27FC236}">
                <a16:creationId xmlns:a16="http://schemas.microsoft.com/office/drawing/2014/main" id="{79409A29-231E-0714-9E7C-7F9C5F974A4E}"/>
              </a:ext>
            </a:extLst>
          </p:cNvPr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81F4E1-DD06-601F-5144-D948B8144E6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C3CC9B6-E0FE-36E6-3607-DF6B4C033D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5716AA8-4104-788C-08F0-9B1830ADE20B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核心功能演示</a:t>
              </a:r>
            </a:p>
          </p:txBody>
        </p:sp>
      </p:grp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82E5C57A-D945-E40F-B5D8-C5581878F1A1}"/>
              </a:ext>
            </a:extLst>
          </p:cNvPr>
          <p:cNvSpPr/>
          <p:nvPr/>
        </p:nvSpPr>
        <p:spPr>
          <a:xfrm>
            <a:off x="274736" y="6422359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系统演示</a:t>
            </a:r>
          </a:p>
        </p:txBody>
      </p:sp>
      <p:pic>
        <p:nvPicPr>
          <p:cNvPr id="2" name="HnVideoEditor_2026_05_19_201254005">
            <a:hlinkClick r:id="" action="ppaction://media"/>
            <a:extLst>
              <a:ext uri="{FF2B5EF4-FFF2-40B4-BE49-F238E27FC236}">
                <a16:creationId xmlns:a16="http://schemas.microsoft.com/office/drawing/2014/main" id="{7E4A5551-3C05-94BF-089A-899FCEE2E5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77651" y="1244862"/>
            <a:ext cx="8236698" cy="49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7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1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FA67-E376-2025-C405-225858814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BFACADD2-6E7C-611E-DBF4-391311F1182B}"/>
              </a:ext>
            </a:extLst>
          </p:cNvPr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>
            <a:extLst>
              <a:ext uri="{FF2B5EF4-FFF2-40B4-BE49-F238E27FC236}">
                <a16:creationId xmlns:a16="http://schemas.microsoft.com/office/drawing/2014/main" id="{A26E9D2C-61D9-12E7-47E5-0F74DF79A91B}"/>
              </a:ext>
            </a:extLst>
          </p:cNvPr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>
            <a:extLst>
              <a:ext uri="{FF2B5EF4-FFF2-40B4-BE49-F238E27FC236}">
                <a16:creationId xmlns:a16="http://schemas.microsoft.com/office/drawing/2014/main" id="{05C15BCB-EC95-E274-07BB-51F3C0098C72}"/>
              </a:ext>
            </a:extLst>
          </p:cNvPr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922AC2-B536-9A30-D261-42823E93DB2A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E419D6E-41F0-DD2A-170A-0A34ACC8A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2276385-581C-BE4C-55DC-0570F804B8FE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dirty="0">
                  <a:solidFill>
                    <a:srgbClr val="00156C"/>
                  </a:solidFill>
                  <a:latin typeface="+mn-ea"/>
                  <a:cs typeface="+mn-ea"/>
                </a:rPr>
                <a:t>其他</a:t>
              </a: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功能演示实例</a:t>
              </a:r>
            </a:p>
          </p:txBody>
        </p:sp>
      </p:grp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74B95091-C17F-768B-F6A9-0DDBC810169F}"/>
              </a:ext>
            </a:extLst>
          </p:cNvPr>
          <p:cNvSpPr/>
          <p:nvPr/>
        </p:nvSpPr>
        <p:spPr>
          <a:xfrm>
            <a:off x="274736" y="6422359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系统演示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14B4EB-2748-E18D-51BD-33E27FCAD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12" y="1616475"/>
            <a:ext cx="5468748" cy="30303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A55F822-3F01-57D3-204F-978130001122}"/>
              </a:ext>
            </a:extLst>
          </p:cNvPr>
          <p:cNvSpPr txBox="1"/>
          <p:nvPr/>
        </p:nvSpPr>
        <p:spPr>
          <a:xfrm>
            <a:off x="2359165" y="4873170"/>
            <a:ext cx="2853484" cy="4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后台订单管理</a:t>
            </a:r>
            <a:endParaRPr lang="zh-CN" altLang="en-US" sz="1800" b="1" spc="300" dirty="0">
              <a:solidFill>
                <a:srgbClr val="122E66"/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8C2E35-4CD2-77BE-A82E-1F4072162D2F}"/>
              </a:ext>
            </a:extLst>
          </p:cNvPr>
          <p:cNvSpPr txBox="1"/>
          <p:nvPr/>
        </p:nvSpPr>
        <p:spPr>
          <a:xfrm>
            <a:off x="7932129" y="4873170"/>
            <a:ext cx="2853484" cy="4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公告信息管理</a:t>
            </a:r>
            <a:endParaRPr lang="zh-CN" altLang="en-US" sz="1800" b="1" spc="300" dirty="0">
              <a:solidFill>
                <a:srgbClr val="122E66"/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3D7CE8D-188C-D81E-1199-7D9734C0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301" y="1585378"/>
            <a:ext cx="5544417" cy="306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73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E52A8-B3F9-7272-1D67-FAF89A78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97D68BDF-E050-6239-1B39-15B380A4A35A}"/>
              </a:ext>
            </a:extLst>
          </p:cNvPr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>
            <a:extLst>
              <a:ext uri="{FF2B5EF4-FFF2-40B4-BE49-F238E27FC236}">
                <a16:creationId xmlns:a16="http://schemas.microsoft.com/office/drawing/2014/main" id="{7AD44A29-1176-0B51-4C2C-CCF8741A369D}"/>
              </a:ext>
            </a:extLst>
          </p:cNvPr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>
            <a:extLst>
              <a:ext uri="{FF2B5EF4-FFF2-40B4-BE49-F238E27FC236}">
                <a16:creationId xmlns:a16="http://schemas.microsoft.com/office/drawing/2014/main" id="{CA37530C-758E-4026-EF58-E7C0D5BCF954}"/>
              </a:ext>
            </a:extLst>
          </p:cNvPr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D93BC1E-D8D1-5375-A1FA-DBAB96CCB7C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BB08EBB-6AE1-D563-9C86-E12DA4D51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494615A-E8CA-DD3D-A61D-13ACAC855F58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dirty="0">
                  <a:solidFill>
                    <a:srgbClr val="00156C"/>
                  </a:solidFill>
                  <a:latin typeface="+mn-ea"/>
                  <a:cs typeface="+mn-ea"/>
                </a:rPr>
                <a:t>其他</a:t>
              </a: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功能演示实例</a:t>
              </a:r>
            </a:p>
          </p:txBody>
        </p:sp>
      </p:grp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D1836FFB-33E4-0D0D-391E-8773C4291FE3}"/>
              </a:ext>
            </a:extLst>
          </p:cNvPr>
          <p:cNvSpPr/>
          <p:nvPr/>
        </p:nvSpPr>
        <p:spPr>
          <a:xfrm>
            <a:off x="274736" y="6422359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系统演示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EEEF3A-33E2-09F0-DFDF-816CE2282DF8}"/>
              </a:ext>
            </a:extLst>
          </p:cNvPr>
          <p:cNvSpPr txBox="1"/>
          <p:nvPr/>
        </p:nvSpPr>
        <p:spPr>
          <a:xfrm>
            <a:off x="2359165" y="4873170"/>
            <a:ext cx="2853484" cy="4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用户信息管理</a:t>
            </a:r>
            <a:endParaRPr lang="zh-CN" altLang="en-US" sz="1800" b="1" spc="300" dirty="0">
              <a:solidFill>
                <a:srgbClr val="122E66"/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7C6EBDC-BE50-6FB7-2542-37DB0EEA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541" y="1633571"/>
            <a:ext cx="5468748" cy="301326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9373622-B0D7-FD56-FDDC-E33AE7A10E7A}"/>
              </a:ext>
            </a:extLst>
          </p:cNvPr>
          <p:cNvSpPr txBox="1"/>
          <p:nvPr/>
        </p:nvSpPr>
        <p:spPr>
          <a:xfrm>
            <a:off x="7932129" y="4873170"/>
            <a:ext cx="2853484" cy="4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spc="300" dirty="0">
                <a:solidFill>
                  <a:srgbClr val="122E66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骑手认证通过管理</a:t>
            </a:r>
            <a:endParaRPr lang="zh-CN" altLang="en-US" sz="1800" b="1" spc="300" dirty="0">
              <a:solidFill>
                <a:srgbClr val="122E66"/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2B01B1-67FC-4038-791F-774AA9F84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65" y="1616475"/>
            <a:ext cx="5468747" cy="301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45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19D9943-2FC6-8BAB-6D63-95EB695E6EAF}"/>
              </a:ext>
            </a:extLst>
          </p:cNvPr>
          <p:cNvCxnSpPr>
            <a:cxnSpLocks/>
          </p:cNvCxnSpPr>
          <p:nvPr/>
        </p:nvCxnSpPr>
        <p:spPr>
          <a:xfrm flipV="1">
            <a:off x="707718" y="856366"/>
            <a:ext cx="0" cy="355445"/>
          </a:xfrm>
          <a:prstGeom prst="line">
            <a:avLst/>
          </a:prstGeom>
          <a:ln w="79375">
            <a:solidFill>
              <a:srgbClr val="122E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C4E42A1-1173-BF65-9D51-B943970D3E2D}"/>
              </a:ext>
            </a:extLst>
          </p:cNvPr>
          <p:cNvGrpSpPr/>
          <p:nvPr/>
        </p:nvGrpSpPr>
        <p:grpSpPr>
          <a:xfrm>
            <a:off x="1960642" y="2497257"/>
            <a:ext cx="8323142" cy="1816661"/>
            <a:chOff x="2377440" y="2692400"/>
            <a:chExt cx="2741369" cy="58928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022AB89-6D0B-C080-6500-2EB0B2CD2722}"/>
                </a:ext>
              </a:extLst>
            </p:cNvPr>
            <p:cNvSpPr/>
            <p:nvPr/>
          </p:nvSpPr>
          <p:spPr>
            <a:xfrm>
              <a:off x="2377440" y="2692400"/>
              <a:ext cx="2741369" cy="589280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7BBD986-2291-1F82-C6D6-5A39C9F1F1B9}"/>
                </a:ext>
              </a:extLst>
            </p:cNvPr>
            <p:cNvSpPr txBox="1"/>
            <p:nvPr/>
          </p:nvSpPr>
          <p:spPr>
            <a:xfrm>
              <a:off x="3313348" y="2879824"/>
              <a:ext cx="1125019" cy="229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spc="600" dirty="0">
                  <a:solidFill>
                    <a:srgbClr val="122E66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项目总结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52C36C23-5CCB-7DCD-395D-9BF5E016C560}"/>
              </a:ext>
            </a:extLst>
          </p:cNvPr>
          <p:cNvSpPr txBox="1"/>
          <p:nvPr/>
        </p:nvSpPr>
        <p:spPr>
          <a:xfrm>
            <a:off x="1960642" y="2121849"/>
            <a:ext cx="2587647" cy="26468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85000"/>
                    <a:alpha val="62000"/>
                  </a:schemeClr>
                </a:solidFill>
                <a:latin typeface="Impact" panose="020B0806030902050204" pitchFamily="34" charset="0"/>
                <a:cs typeface="+mn-ea"/>
              </a:rPr>
              <a:t>04</a:t>
            </a:r>
            <a:endParaRPr lang="zh-CN" altLang="en-US" sz="16600" dirty="0">
              <a:solidFill>
                <a:schemeClr val="bg1">
                  <a:lumMod val="85000"/>
                  <a:alpha val="62000"/>
                </a:schemeClr>
              </a:solidFill>
              <a:latin typeface="Impact" panose="020B0806030902050204" pitchFamily="34" charset="0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4342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测试结果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810B2D3C-4F94-3F95-FCDC-45D00A30C407}"/>
              </a:ext>
            </a:extLst>
          </p:cNvPr>
          <p:cNvSpPr/>
          <p:nvPr/>
        </p:nvSpPr>
        <p:spPr>
          <a:xfrm>
            <a:off x="466381" y="2233668"/>
            <a:ext cx="11259238" cy="275421"/>
          </a:xfrm>
          <a:prstGeom prst="rightArrow">
            <a:avLst>
              <a:gd name="adj1" fmla="val 50000"/>
              <a:gd name="adj2" fmla="val 222001"/>
            </a:avLst>
          </a:prstGeom>
          <a:gradFill>
            <a:gsLst>
              <a:gs pos="0">
                <a:srgbClr val="122E66"/>
              </a:gs>
              <a:gs pos="100000">
                <a:srgbClr val="122E6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7D60847-8ADC-7B06-1BCC-0EF2BC25DC8C}"/>
              </a:ext>
            </a:extLst>
          </p:cNvPr>
          <p:cNvSpPr txBox="1"/>
          <p:nvPr/>
        </p:nvSpPr>
        <p:spPr>
          <a:xfrm>
            <a:off x="1115715" y="1651088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pc="300" dirty="0"/>
              <a:t>测试内容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4689918-C376-4B53-9AAA-B7A1C45A255B}"/>
              </a:ext>
            </a:extLst>
          </p:cNvPr>
          <p:cNvSpPr txBox="1"/>
          <p:nvPr/>
        </p:nvSpPr>
        <p:spPr>
          <a:xfrm>
            <a:off x="6874179" y="1596838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pc="300" dirty="0"/>
              <a:t>测试结论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235FDAE-9A49-7BB5-4E0F-2782B093CA5D}"/>
              </a:ext>
            </a:extLst>
          </p:cNvPr>
          <p:cNvSpPr txBox="1"/>
          <p:nvPr/>
        </p:nvSpPr>
        <p:spPr>
          <a:xfrm>
            <a:off x="9599468" y="1593776"/>
            <a:ext cx="1659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pc="300" dirty="0"/>
              <a:t>问题与改进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F9C97A4-2A2B-A32A-9816-AD74F93873B5}"/>
              </a:ext>
            </a:extLst>
          </p:cNvPr>
          <p:cNvGrpSpPr/>
          <p:nvPr/>
        </p:nvGrpSpPr>
        <p:grpSpPr>
          <a:xfrm>
            <a:off x="514643" y="2857841"/>
            <a:ext cx="2448288" cy="3367394"/>
            <a:chOff x="466379" y="3058608"/>
            <a:chExt cx="3183875" cy="292279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AEB37D5-6B68-696C-CC34-4C0B27B07D69}"/>
                </a:ext>
              </a:extLst>
            </p:cNvPr>
            <p:cNvGrpSpPr/>
            <p:nvPr/>
          </p:nvGrpSpPr>
          <p:grpSpPr>
            <a:xfrm>
              <a:off x="466379" y="3058608"/>
              <a:ext cx="3183875" cy="2520108"/>
              <a:chOff x="466379" y="3429000"/>
              <a:chExt cx="3183875" cy="2520108"/>
            </a:xfrm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75901062-C3D8-E71D-4C96-1F27070304B2}"/>
                  </a:ext>
                </a:extLst>
              </p:cNvPr>
              <p:cNvSpPr/>
              <p:nvPr/>
            </p:nvSpPr>
            <p:spPr>
              <a:xfrm>
                <a:off x="466379" y="3429000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D021AD86-2FD6-45BB-687C-ABA8C8CCB310}"/>
                  </a:ext>
                </a:extLst>
              </p:cNvPr>
              <p:cNvSpPr/>
              <p:nvPr/>
            </p:nvSpPr>
            <p:spPr>
              <a:xfrm>
                <a:off x="626188" y="3555492"/>
                <a:ext cx="3024066" cy="2393616"/>
              </a:xfrm>
              <a:prstGeom prst="roundRect">
                <a:avLst>
                  <a:gd name="adj" fmla="val 530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4289A69-7AA8-B289-40B3-AAA6949EE4D8}"/>
                </a:ext>
              </a:extLst>
            </p:cNvPr>
            <p:cNvSpPr txBox="1"/>
            <p:nvPr/>
          </p:nvSpPr>
          <p:spPr>
            <a:xfrm>
              <a:off x="954459" y="3306901"/>
              <a:ext cx="2361599" cy="2674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登录注册测试；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用户下单功能测试；订单管理测试；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跑腿员功能测试；全流程业务测试；异常场景测试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67A4DAF-B747-8DBB-F616-67B9693C0BC5}"/>
              </a:ext>
            </a:extLst>
          </p:cNvPr>
          <p:cNvGrpSpPr/>
          <p:nvPr/>
        </p:nvGrpSpPr>
        <p:grpSpPr>
          <a:xfrm>
            <a:off x="3297015" y="2857841"/>
            <a:ext cx="2640723" cy="2936574"/>
            <a:chOff x="4504060" y="2870333"/>
            <a:chExt cx="3183875" cy="322724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A9104152-9009-70F1-B7B4-521B6E463357}"/>
                </a:ext>
              </a:extLst>
            </p:cNvPr>
            <p:cNvGrpSpPr/>
            <p:nvPr/>
          </p:nvGrpSpPr>
          <p:grpSpPr>
            <a:xfrm>
              <a:off x="4504060" y="2870333"/>
              <a:ext cx="3183875" cy="3227240"/>
              <a:chOff x="466379" y="3204920"/>
              <a:chExt cx="3183875" cy="322724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2E425802-310A-6E14-76F5-F68D1FDF097A}"/>
                  </a:ext>
                </a:extLst>
              </p:cNvPr>
              <p:cNvSpPr/>
              <p:nvPr/>
            </p:nvSpPr>
            <p:spPr>
              <a:xfrm>
                <a:off x="466379" y="3204920"/>
                <a:ext cx="3183875" cy="3190840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423C2A0E-4BA6-AA74-3F6A-FADAA7431056}"/>
                  </a:ext>
                </a:extLst>
              </p:cNvPr>
              <p:cNvSpPr/>
              <p:nvPr/>
            </p:nvSpPr>
            <p:spPr>
              <a:xfrm>
                <a:off x="626187" y="3356461"/>
                <a:ext cx="3024067" cy="3075699"/>
              </a:xfrm>
              <a:prstGeom prst="roundRect">
                <a:avLst>
                  <a:gd name="adj" fmla="val 5301"/>
                </a:avLst>
              </a:prstGeom>
              <a:solidFill>
                <a:srgbClr val="4C7CA0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895D746-5B0B-35A4-9CF1-2C550E7D7CAE}"/>
                </a:ext>
              </a:extLst>
            </p:cNvPr>
            <p:cNvSpPr txBox="1"/>
            <p:nvPr/>
          </p:nvSpPr>
          <p:spPr>
            <a:xfrm>
              <a:off x="4925906" y="3181852"/>
              <a:ext cx="2499990" cy="2493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分模块逐项开展单项功能测试 ，完成整体流程测试后记录测试问题，交由开发人员修复 ，修复完成后进行复测验证并总结</a:t>
              </a:r>
              <a:endParaRPr lang="en-US" altLang="zh-CN" sz="1600" dirty="0">
                <a:solidFill>
                  <a:schemeClr val="bg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21E7CC9-354F-914B-216B-5D093B8A6A97}"/>
              </a:ext>
            </a:extLst>
          </p:cNvPr>
          <p:cNvGrpSpPr/>
          <p:nvPr/>
        </p:nvGrpSpPr>
        <p:grpSpPr>
          <a:xfrm>
            <a:off x="6332273" y="2857841"/>
            <a:ext cx="2448288" cy="2974556"/>
            <a:chOff x="466379" y="2995951"/>
            <a:chExt cx="3183875" cy="3333328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BF69126-35E9-4DE6-350E-41EAD77F8A6B}"/>
                </a:ext>
              </a:extLst>
            </p:cNvPr>
            <p:cNvGrpSpPr/>
            <p:nvPr/>
          </p:nvGrpSpPr>
          <p:grpSpPr>
            <a:xfrm>
              <a:off x="466379" y="2995951"/>
              <a:ext cx="3183875" cy="3287582"/>
              <a:chOff x="466379" y="3366343"/>
              <a:chExt cx="3183875" cy="3287582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A252C2AF-8871-09E1-E7A7-24F930C59A24}"/>
                  </a:ext>
                </a:extLst>
              </p:cNvPr>
              <p:cNvSpPr/>
              <p:nvPr/>
            </p:nvSpPr>
            <p:spPr>
              <a:xfrm>
                <a:off x="466379" y="3366343"/>
                <a:ext cx="3183875" cy="3287582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D487D51F-F976-4D35-FB0E-BC86683D5FE6}"/>
                  </a:ext>
                </a:extLst>
              </p:cNvPr>
              <p:cNvSpPr/>
              <p:nvPr/>
            </p:nvSpPr>
            <p:spPr>
              <a:xfrm>
                <a:off x="560135" y="3544078"/>
                <a:ext cx="3024064" cy="3109847"/>
              </a:xfrm>
              <a:prstGeom prst="roundRect">
                <a:avLst>
                  <a:gd name="adj" fmla="val 5301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A09A0A6-5FE3-22B5-BC8F-92E917BCD7F6}"/>
                </a:ext>
              </a:extLst>
            </p:cNvPr>
            <p:cNvSpPr txBox="1"/>
            <p:nvPr/>
          </p:nvSpPr>
          <p:spPr>
            <a:xfrm>
              <a:off x="761211" y="3219432"/>
              <a:ext cx="2476561" cy="3109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完成系统全部既定测试范围内容，系统绝大多数基础功能与核心跑腿业务均可正常使用，现存少量轻微功能瑕疵与数据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6A4BE15-26D1-4526-5C94-A0720EFF9BF6}"/>
              </a:ext>
            </a:extLst>
          </p:cNvPr>
          <p:cNvGrpSpPr/>
          <p:nvPr/>
        </p:nvGrpSpPr>
        <p:grpSpPr>
          <a:xfrm>
            <a:off x="9108822" y="2857841"/>
            <a:ext cx="2640723" cy="2974556"/>
            <a:chOff x="4267274" y="3105491"/>
            <a:chExt cx="3183875" cy="2520108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CB42663-FB03-8B8C-4E58-A0F960105FCC}"/>
                </a:ext>
              </a:extLst>
            </p:cNvPr>
            <p:cNvGrpSpPr/>
            <p:nvPr/>
          </p:nvGrpSpPr>
          <p:grpSpPr>
            <a:xfrm>
              <a:off x="4267274" y="3105491"/>
              <a:ext cx="3183875" cy="2520108"/>
              <a:chOff x="229593" y="3440078"/>
              <a:chExt cx="3183875" cy="2520108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C3083643-FF97-2645-28E0-98B93A8C6938}"/>
                  </a:ext>
                </a:extLst>
              </p:cNvPr>
              <p:cNvSpPr/>
              <p:nvPr/>
            </p:nvSpPr>
            <p:spPr>
              <a:xfrm>
                <a:off x="229593" y="3440078"/>
                <a:ext cx="3183875" cy="2520108"/>
              </a:xfrm>
              <a:prstGeom prst="roundRect">
                <a:avLst>
                  <a:gd name="adj" fmla="val 5301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0315FEF7-77CE-FB37-743E-E6C20BAB3D2A}"/>
                  </a:ext>
                </a:extLst>
              </p:cNvPr>
              <p:cNvSpPr/>
              <p:nvPr/>
            </p:nvSpPr>
            <p:spPr>
              <a:xfrm>
                <a:off x="309498" y="3539132"/>
                <a:ext cx="3024067" cy="2393616"/>
              </a:xfrm>
              <a:prstGeom prst="roundRect">
                <a:avLst>
                  <a:gd name="adj" fmla="val 5301"/>
                </a:avLst>
              </a:prstGeom>
              <a:solidFill>
                <a:srgbClr val="4C7CA0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39B166F-C271-3D53-5CEF-A292CABE62C5}"/>
                </a:ext>
              </a:extLst>
            </p:cNvPr>
            <p:cNvSpPr txBox="1"/>
            <p:nvPr/>
          </p:nvSpPr>
          <p:spPr>
            <a:xfrm>
              <a:off x="4683516" y="3499445"/>
              <a:ext cx="2361600" cy="1803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5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6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-5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月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13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日 </a:t>
              </a:r>
              <a:endParaRPr lang="en-US" altLang="zh-CN" sz="1600" dirty="0">
                <a:solidFill>
                  <a:schemeClr val="bg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  <a:p>
              <a:pPr algn="l">
                <a:lnSpc>
                  <a:spcPct val="150000"/>
                </a:lnSpc>
                <a:buClr>
                  <a:srgbClr val="122E66"/>
                </a:buClr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补充评价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/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结算模块、撰写软件说明书，最终汇总、</a:t>
              </a:r>
              <a:r>
                <a:rPr lang="en-US" altLang="zh-CN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PPT</a:t>
              </a:r>
              <a:r>
                <a:rPr lang="zh-CN" altLang="en-US" sz="1600" dirty="0">
                  <a:solidFill>
                    <a:schemeClr val="bg1"/>
                  </a:solidFill>
                  <a:latin typeface="思源黑体 CN Bold"/>
                  <a:ea typeface="思源宋体 CN" panose="02020400000000000000" pitchFamily="18" charset="-122"/>
                  <a:cs typeface="+mn-ea"/>
                  <a:sym typeface="+mn-lt"/>
                </a:rPr>
                <a:t>制作</a:t>
              </a:r>
              <a:endParaRPr lang="en-US" altLang="zh-CN" sz="1600" dirty="0">
                <a:solidFill>
                  <a:schemeClr val="bg1"/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7BB2D50B-58DD-AB91-0C41-2B59103ED653}"/>
              </a:ext>
            </a:extLst>
          </p:cNvPr>
          <p:cNvSpPr txBox="1"/>
          <p:nvPr/>
        </p:nvSpPr>
        <p:spPr>
          <a:xfrm>
            <a:off x="3988481" y="1627267"/>
            <a:ext cx="1615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/>
              <a:t>测试流程</a:t>
            </a:r>
          </a:p>
        </p:txBody>
      </p: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283CEE7D-4A56-0062-7267-072CC833DAA7}"/>
              </a:ext>
            </a:extLst>
          </p:cNvPr>
          <p:cNvSpPr/>
          <p:nvPr/>
        </p:nvSpPr>
        <p:spPr>
          <a:xfrm>
            <a:off x="274736" y="6422359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项目总结</a:t>
            </a:r>
          </a:p>
        </p:txBody>
      </p:sp>
    </p:spTree>
    <p:extLst>
      <p:ext uri="{BB962C8B-B14F-4D97-AF65-F5344CB8AC3E}">
        <p14:creationId xmlns:p14="http://schemas.microsoft.com/office/powerpoint/2010/main" val="4212089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2A99E28-D404-3968-E72C-5A06B9D015D8}"/>
              </a:ext>
            </a:extLst>
          </p:cNvPr>
          <p:cNvGrpSpPr/>
          <p:nvPr/>
        </p:nvGrpSpPr>
        <p:grpSpPr>
          <a:xfrm>
            <a:off x="1690127" y="1308073"/>
            <a:ext cx="8600729" cy="1420678"/>
            <a:chOff x="3120851" y="1767022"/>
            <a:chExt cx="8600729" cy="1420678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A1E8D2AA-A15B-3779-6F81-08229844AB9E}"/>
                </a:ext>
              </a:extLst>
            </p:cNvPr>
            <p:cNvCxnSpPr>
              <a:cxnSpLocks/>
            </p:cNvCxnSpPr>
            <p:nvPr/>
          </p:nvCxnSpPr>
          <p:spPr>
            <a:xfrm>
              <a:off x="3120851" y="1767022"/>
              <a:ext cx="0" cy="1420678"/>
            </a:xfrm>
            <a:prstGeom prst="line">
              <a:avLst/>
            </a:prstGeom>
            <a:ln w="95250">
              <a:solidFill>
                <a:srgbClr val="0E4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C075657-FFEB-4F57-57E7-B8CE5A21752A}"/>
                </a:ext>
              </a:extLst>
            </p:cNvPr>
            <p:cNvSpPr/>
            <p:nvPr/>
          </p:nvSpPr>
          <p:spPr>
            <a:xfrm>
              <a:off x="3178001" y="1767022"/>
              <a:ext cx="8543579" cy="142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93C2704-B27C-DDAA-DFA2-6A0978D083A0}"/>
              </a:ext>
            </a:extLst>
          </p:cNvPr>
          <p:cNvGrpSpPr/>
          <p:nvPr/>
        </p:nvGrpSpPr>
        <p:grpSpPr>
          <a:xfrm>
            <a:off x="1681756" y="2881243"/>
            <a:ext cx="8600729" cy="1637929"/>
            <a:chOff x="3120851" y="1767022"/>
            <a:chExt cx="8600729" cy="1420678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C2FDBB3-E640-484D-1ACD-6DA91518733F}"/>
                </a:ext>
              </a:extLst>
            </p:cNvPr>
            <p:cNvCxnSpPr>
              <a:cxnSpLocks/>
            </p:cNvCxnSpPr>
            <p:nvPr/>
          </p:nvCxnSpPr>
          <p:spPr>
            <a:xfrm>
              <a:off x="3120851" y="1767022"/>
              <a:ext cx="0" cy="1420678"/>
            </a:xfrm>
            <a:prstGeom prst="line">
              <a:avLst/>
            </a:prstGeom>
            <a:ln w="95250">
              <a:solidFill>
                <a:srgbClr val="0E4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890315F-F10A-4943-8580-2A6B32519E5B}"/>
                </a:ext>
              </a:extLst>
            </p:cNvPr>
            <p:cNvSpPr/>
            <p:nvPr/>
          </p:nvSpPr>
          <p:spPr>
            <a:xfrm>
              <a:off x="3178001" y="1767022"/>
              <a:ext cx="8543579" cy="142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51E0297-5218-6605-EE1D-90EAAF51EA3F}"/>
              </a:ext>
            </a:extLst>
          </p:cNvPr>
          <p:cNvGrpSpPr/>
          <p:nvPr/>
        </p:nvGrpSpPr>
        <p:grpSpPr>
          <a:xfrm>
            <a:off x="1690127" y="4721504"/>
            <a:ext cx="8600729" cy="1420678"/>
            <a:chOff x="3120851" y="1767022"/>
            <a:chExt cx="8600729" cy="1420678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13229F4-8098-4F09-AEA0-EF2A08E984A6}"/>
                </a:ext>
              </a:extLst>
            </p:cNvPr>
            <p:cNvCxnSpPr>
              <a:cxnSpLocks/>
            </p:cNvCxnSpPr>
            <p:nvPr/>
          </p:nvCxnSpPr>
          <p:spPr>
            <a:xfrm>
              <a:off x="3120851" y="1767022"/>
              <a:ext cx="0" cy="1420678"/>
            </a:xfrm>
            <a:prstGeom prst="line">
              <a:avLst/>
            </a:prstGeom>
            <a:ln w="95250">
              <a:solidFill>
                <a:srgbClr val="0E4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C1738E9-49B4-C462-DF64-CF9C72C3BE01}"/>
                </a:ext>
              </a:extLst>
            </p:cNvPr>
            <p:cNvSpPr/>
            <p:nvPr/>
          </p:nvSpPr>
          <p:spPr>
            <a:xfrm>
              <a:off x="3178001" y="1767022"/>
              <a:ext cx="8543579" cy="142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0CFE6B83-D069-0A73-9A1F-909D0DC4482D}"/>
              </a:ext>
            </a:extLst>
          </p:cNvPr>
          <p:cNvSpPr txBox="1"/>
          <p:nvPr/>
        </p:nvSpPr>
        <p:spPr>
          <a:xfrm>
            <a:off x="1964864" y="1393230"/>
            <a:ext cx="7941879" cy="1160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总体成果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本项目已按需求完成校园快递跑腿系统的开发，实现了用户、骑手、管理员三类角色的核心功能。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C8FCFE9-7E51-01DB-C874-F7607727FA51}"/>
              </a:ext>
            </a:extLst>
          </p:cNvPr>
          <p:cNvGrpSpPr/>
          <p:nvPr/>
        </p:nvGrpSpPr>
        <p:grpSpPr>
          <a:xfrm>
            <a:off x="730867" y="809908"/>
            <a:ext cx="3828219" cy="430887"/>
            <a:chOff x="707718" y="813975"/>
            <a:chExt cx="3828219" cy="43088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3CF1605-80CF-0A37-DB94-F125BB222C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7858311-0EE4-ED98-92B5-EE18D4C8024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dirty="0">
                  <a:solidFill>
                    <a:srgbClr val="00156C"/>
                  </a:solidFill>
                  <a:latin typeface="+mn-ea"/>
                  <a:cs typeface="+mn-ea"/>
                </a:rPr>
                <a:t>成果总结</a:t>
              </a:r>
              <a:endPara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156C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8C1F99A8-7716-9778-73D4-0528398165F4}"/>
              </a:ext>
            </a:extLst>
          </p:cNvPr>
          <p:cNvSpPr txBox="1"/>
          <p:nvPr/>
        </p:nvSpPr>
        <p:spPr>
          <a:xfrm>
            <a:off x="1956493" y="2930007"/>
            <a:ext cx="7941879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目前不足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功能层面：缺少订单评价、消息通知等功能，用户体验和业务完整性有待提升；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技术层面：未实现用户权限精细化控制、接口异常处理和请求重试机制，部分场景下状态同步存在延迟；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8F7750-1E78-918B-157B-AD6DBEC59FEA}"/>
              </a:ext>
            </a:extLst>
          </p:cNvPr>
          <p:cNvSpPr txBox="1"/>
          <p:nvPr/>
        </p:nvSpPr>
        <p:spPr>
          <a:xfrm>
            <a:off x="1964864" y="4988283"/>
            <a:ext cx="7941879" cy="79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后续优化方向：可引入 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WebSocket 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实现实时订单状态推送，增加订单评价和积分体系，完善异常处理和日志记录，提升系统的稳定性和可扩展性。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C64DB516-D094-0451-3959-F41C9721F151}"/>
              </a:ext>
            </a:extLst>
          </p:cNvPr>
          <p:cNvSpPr/>
          <p:nvPr/>
        </p:nvSpPr>
        <p:spPr>
          <a:xfrm>
            <a:off x="274736" y="6422359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项目总结</a:t>
            </a:r>
          </a:p>
        </p:txBody>
      </p:sp>
    </p:spTree>
    <p:extLst>
      <p:ext uri="{BB962C8B-B14F-4D97-AF65-F5344CB8AC3E}">
        <p14:creationId xmlns:p14="http://schemas.microsoft.com/office/powerpoint/2010/main" val="1820755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323639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685772" y="67165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dirty="0">
                  <a:solidFill>
                    <a:srgbClr val="00156C"/>
                  </a:solidFill>
                  <a:latin typeface="+mn-ea"/>
                  <a:cs typeface="+mn-ea"/>
                </a:rPr>
                <a:t>分工记录</a:t>
              </a:r>
              <a:endPara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156C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9651474-E60A-EB4E-F34F-1BCB4C599441}"/>
              </a:ext>
            </a:extLst>
          </p:cNvPr>
          <p:cNvGrpSpPr/>
          <p:nvPr/>
        </p:nvGrpSpPr>
        <p:grpSpPr>
          <a:xfrm>
            <a:off x="500911" y="714046"/>
            <a:ext cx="8885493" cy="2714954"/>
            <a:chOff x="1795207" y="1362157"/>
            <a:chExt cx="8885493" cy="288364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829F690-205F-1F4E-EE42-F8124FFD71BB}"/>
                </a:ext>
              </a:extLst>
            </p:cNvPr>
            <p:cNvSpPr/>
            <p:nvPr/>
          </p:nvSpPr>
          <p:spPr>
            <a:xfrm>
              <a:off x="2881180" y="1937473"/>
              <a:ext cx="7799520" cy="2308325"/>
            </a:xfrm>
            <a:prstGeom prst="roundRect">
              <a:avLst>
                <a:gd name="adj" fmla="val 530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E4EB7B0-CB5B-3F35-40D9-3264E9DA0038}"/>
                </a:ext>
              </a:extLst>
            </p:cNvPr>
            <p:cNvSpPr txBox="1"/>
            <p:nvPr/>
          </p:nvSpPr>
          <p:spPr>
            <a:xfrm>
              <a:off x="3560507" y="2481089"/>
              <a:ext cx="682661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buClr>
                  <a:srgbClr val="0E419C"/>
                </a:buClr>
              </a:pPr>
              <a:r>
                <a:rPr kumimoji="0" lang="zh-CN" altLang="en-US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协作提交记录：</a:t>
              </a:r>
            </a:p>
            <a:p>
              <a:pPr algn="just">
                <a:buClr>
                  <a:srgbClr val="0E419C"/>
                </a:buClr>
              </a:pPr>
              <a:r>
                <a:rPr kumimoji="0" lang="en-US" altLang="zh-CN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https://github.com/30CampusExpress/campus-express/commits/main/</a:t>
              </a:r>
            </a:p>
            <a:p>
              <a:pPr algn="just">
                <a:buClr>
                  <a:srgbClr val="0E419C"/>
                </a:buClr>
              </a:pPr>
              <a:endPara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  <a:sym typeface="Segoe UI Symbol" panose="020B0502040204020203" pitchFamily="34" charset="0"/>
              </a:endParaRPr>
            </a:p>
            <a:p>
              <a:pPr algn="just">
                <a:buClr>
                  <a:srgbClr val="0E419C"/>
                </a:buClr>
              </a:pPr>
              <a:r>
                <a:rPr kumimoji="0" lang="zh-CN" altLang="en-US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仓库地址：</a:t>
              </a:r>
              <a:r>
                <a:rPr kumimoji="0" lang="en-US" altLang="zh-CN" sz="16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rPr>
                <a:t>https://github.com/30CampusExpress/campus-express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B533908-69DB-62D2-48C6-DC90BAC1442E}"/>
                </a:ext>
              </a:extLst>
            </p:cNvPr>
            <p:cNvSpPr txBox="1"/>
            <p:nvPr/>
          </p:nvSpPr>
          <p:spPr>
            <a:xfrm>
              <a:off x="1795207" y="1362157"/>
              <a:ext cx="176530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600" dirty="0">
                  <a:solidFill>
                    <a:schemeClr val="bg1">
                      <a:lumMod val="7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“</a:t>
              </a:r>
              <a:endParaRPr lang="zh-CN" altLang="en-US" sz="16600" dirty="0">
                <a:solidFill>
                  <a:schemeClr val="bg1">
                    <a:lumMod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1692668-E109-0E9A-0ED9-A7B95A0EB744}"/>
              </a:ext>
            </a:extLst>
          </p:cNvPr>
          <p:cNvSpPr/>
          <p:nvPr/>
        </p:nvSpPr>
        <p:spPr>
          <a:xfrm>
            <a:off x="3094501" y="3605107"/>
            <a:ext cx="7799520" cy="2122696"/>
          </a:xfrm>
          <a:prstGeom prst="roundRect">
            <a:avLst>
              <a:gd name="adj" fmla="val 530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752259-2512-2317-B2E9-2FD588DF7A4C}"/>
              </a:ext>
            </a:extLst>
          </p:cNvPr>
          <p:cNvSpPr txBox="1"/>
          <p:nvPr/>
        </p:nvSpPr>
        <p:spPr>
          <a:xfrm>
            <a:off x="9761766" y="4955700"/>
            <a:ext cx="17653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chemeClr val="bg1">
                    <a:lumMod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”</a:t>
            </a:r>
            <a:endParaRPr lang="zh-CN" altLang="en-US" sz="16600" dirty="0">
              <a:solidFill>
                <a:schemeClr val="bg1">
                  <a:lumMod val="7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39E353-CF78-65C9-3DE5-A9FDFFF913CD}"/>
              </a:ext>
            </a:extLst>
          </p:cNvPr>
          <p:cNvSpPr txBox="1"/>
          <p:nvPr/>
        </p:nvSpPr>
        <p:spPr>
          <a:xfrm>
            <a:off x="3727546" y="3940816"/>
            <a:ext cx="8310234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蒋奕婷 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| miku0831-01 | 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组长、项目统筹、文档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/PPT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、汇报</a:t>
            </a:r>
            <a:endParaRPr lang="en-US" altLang="zh-CN" sz="1600" dirty="0">
              <a:solidFill>
                <a:schemeClr val="tx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  <a:p>
            <a:pPr marL="285750" indent="-285750" algn="l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唐雪凝 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| ttxnn46 | 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前端页面开发、调用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API </a:t>
            </a:r>
          </a:p>
          <a:p>
            <a:pPr marL="285750" indent="-285750" algn="l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周文瑶 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| </a:t>
            </a:r>
            <a:r>
              <a:rPr lang="en-US" altLang="zh-CN" sz="1600" dirty="0" err="1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oowzdl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 | 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后端接口、业务逻辑 </a:t>
            </a:r>
            <a:endParaRPr lang="en-US" altLang="zh-CN" sz="1600" dirty="0">
              <a:solidFill>
                <a:schemeClr val="tx2">
                  <a:lumMod val="50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  <a:p>
            <a:pPr marL="285750" indent="-285750" algn="l">
              <a:lnSpc>
                <a:spcPct val="150000"/>
              </a:lnSpc>
              <a:buClr>
                <a:srgbClr val="122E66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宁钰莹 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| ning413 | 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数据库设计、测试 </a:t>
            </a: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F4CD0B68-F763-A85D-481F-A53D59A9FD1E}"/>
              </a:ext>
            </a:extLst>
          </p:cNvPr>
          <p:cNvSpPr/>
          <p:nvPr/>
        </p:nvSpPr>
        <p:spPr>
          <a:xfrm>
            <a:off x="274736" y="6418874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项目总结</a:t>
            </a:r>
          </a:p>
        </p:txBody>
      </p:sp>
    </p:spTree>
    <p:extLst>
      <p:ext uri="{BB962C8B-B14F-4D97-AF65-F5344CB8AC3E}">
        <p14:creationId xmlns:p14="http://schemas.microsoft.com/office/powerpoint/2010/main" val="3876526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/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" name="iṡḻîdê"/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/>
          <p:cNvSpPr/>
          <p:nvPr/>
        </p:nvSpPr>
        <p:spPr>
          <a:xfrm>
            <a:off x="274736" y="398801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5D2321-05FE-9F25-86C1-AEFCCDE9F710}"/>
              </a:ext>
            </a:extLst>
          </p:cNvPr>
          <p:cNvGrpSpPr/>
          <p:nvPr/>
        </p:nvGrpSpPr>
        <p:grpSpPr>
          <a:xfrm>
            <a:off x="707718" y="813975"/>
            <a:ext cx="3828219" cy="430887"/>
            <a:chOff x="707718" y="813975"/>
            <a:chExt cx="3828219" cy="430887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9D9943-2FC6-8BAB-6D63-95EB695E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1DDB0D-F6B0-8357-BAF3-6B13EA04797F}"/>
                </a:ext>
              </a:extLst>
            </p:cNvPr>
            <p:cNvSpPr txBox="1"/>
            <p:nvPr/>
          </p:nvSpPr>
          <p:spPr>
            <a:xfrm>
              <a:off x="841558" y="813975"/>
              <a:ext cx="36943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+mn-ea"/>
                  <a:cs typeface="+mn-ea"/>
                </a:rPr>
                <a:t>附录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2C979F1-1D01-78B5-1527-D35998ACEE22}"/>
              </a:ext>
            </a:extLst>
          </p:cNvPr>
          <p:cNvGrpSpPr/>
          <p:nvPr/>
        </p:nvGrpSpPr>
        <p:grpSpPr>
          <a:xfrm>
            <a:off x="841558" y="2244922"/>
            <a:ext cx="10052432" cy="2368156"/>
            <a:chOff x="676714" y="3971417"/>
            <a:chExt cx="10932709" cy="2274647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7B7AFCB-13E1-0AD7-0DF7-08128A5A1203}"/>
                </a:ext>
              </a:extLst>
            </p:cNvPr>
            <p:cNvGrpSpPr/>
            <p:nvPr/>
          </p:nvGrpSpPr>
          <p:grpSpPr>
            <a:xfrm>
              <a:off x="676714" y="3971417"/>
              <a:ext cx="5184228" cy="2270535"/>
              <a:chOff x="695323" y="1384194"/>
              <a:chExt cx="5184228" cy="2270535"/>
            </a:xfrm>
          </p:grpSpPr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5C7B1B6D-FEF1-9937-DE23-1C39F8995079}"/>
                  </a:ext>
                </a:extLst>
              </p:cNvPr>
              <p:cNvGrpSpPr/>
              <p:nvPr/>
            </p:nvGrpSpPr>
            <p:grpSpPr>
              <a:xfrm>
                <a:off x="695323" y="1405995"/>
                <a:ext cx="5165619" cy="2248734"/>
                <a:chOff x="695323" y="1569455"/>
                <a:chExt cx="5165619" cy="2248734"/>
              </a:xfrm>
            </p:grpSpPr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2247E9A1-43B9-97D3-B2CD-4E24B62591E3}"/>
                    </a:ext>
                  </a:extLst>
                </p:cNvPr>
                <p:cNvSpPr/>
                <p:nvPr/>
              </p:nvSpPr>
              <p:spPr>
                <a:xfrm>
                  <a:off x="695323" y="1569455"/>
                  <a:ext cx="5165619" cy="2248732"/>
                </a:xfrm>
                <a:prstGeom prst="rect">
                  <a:avLst/>
                </a:prstGeom>
                <a:gradFill flip="none" rotWithShape="1">
                  <a:gsLst>
                    <a:gs pos="69000">
                      <a:srgbClr val="FFFFFF">
                        <a:alpha val="80000"/>
                      </a:srgbClr>
                    </a:gs>
                    <a:gs pos="43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292100" dist="241300" dir="2700000" algn="tr" rotWithShape="0">
                    <a:schemeClr val="accent1">
                      <a:lumMod val="7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/>
                    <a:ea typeface="思源宋体 CN Heavy"/>
                    <a:cs typeface="+mn-cs"/>
                  </a:endParaRPr>
                </a:p>
              </p:txBody>
            </p: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341E60FE-5BB0-134D-A46C-81AFDEC819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5323" y="1569455"/>
                  <a:ext cx="0" cy="2248734"/>
                </a:xfrm>
                <a:prstGeom prst="line">
                  <a:avLst/>
                </a:prstGeom>
                <a:ln w="76200" cap="rnd">
                  <a:gradFill>
                    <a:gsLst>
                      <a:gs pos="0">
                        <a:srgbClr val="122E66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5400000" scaled="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394C1F7-5C42-99E6-A730-CF093BAA14AD}"/>
                  </a:ext>
                </a:extLst>
              </p:cNvPr>
              <p:cNvSpPr txBox="1"/>
              <p:nvPr/>
            </p:nvSpPr>
            <p:spPr>
              <a:xfrm>
                <a:off x="1331312" y="1452181"/>
                <a:ext cx="3694379" cy="289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OPPOSans B"/>
                    <a:ea typeface="OPPOSans B"/>
                    <a:cs typeface="+mn-cs"/>
                  </a:rPr>
                  <a:t>参考资料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90BA70E-B026-407E-0BAB-25000A131098}"/>
                  </a:ext>
                </a:extLst>
              </p:cNvPr>
              <p:cNvSpPr txBox="1"/>
              <p:nvPr/>
            </p:nvSpPr>
            <p:spPr>
              <a:xfrm>
                <a:off x="899092" y="1929808"/>
                <a:ext cx="4980459" cy="461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0E419C"/>
                  </a:buClr>
                </a:pP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 panose="020B0306030504020204" pitchFamily="34" charset="0"/>
                  <a:cs typeface="Arial" panose="020B0604020202020204" pitchFamily="34" charset="0"/>
                  <a:sym typeface="Segoe UI Symbol" panose="020B0502040204020203" pitchFamily="34" charset="0"/>
                </a:endParaRPr>
              </a:p>
            </p:txBody>
          </p:sp>
          <p:pic>
            <p:nvPicPr>
              <p:cNvPr id="31" name="图形 30">
                <a:extLst>
                  <a:ext uri="{FF2B5EF4-FFF2-40B4-BE49-F238E27FC236}">
                    <a16:creationId xmlns:a16="http://schemas.microsoft.com/office/drawing/2014/main" id="{3CD2D77C-B27E-7BF1-F911-2AA641EC15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13206" y="1384194"/>
                <a:ext cx="386777" cy="386777"/>
              </a:xfrm>
              <a:prstGeom prst="rect">
                <a:avLst/>
              </a:prstGeom>
            </p:spPr>
          </p:pic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9CE3168-EC1A-A68B-0BB6-56374E1FA41F}"/>
                </a:ext>
              </a:extLst>
            </p:cNvPr>
            <p:cNvGrpSpPr/>
            <p:nvPr/>
          </p:nvGrpSpPr>
          <p:grpSpPr>
            <a:xfrm>
              <a:off x="6443804" y="3975529"/>
              <a:ext cx="5165619" cy="2270535"/>
              <a:chOff x="695323" y="1384194"/>
              <a:chExt cx="5165619" cy="2270535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AD2FD113-AA21-A7D9-011E-13D79EC8C804}"/>
                  </a:ext>
                </a:extLst>
              </p:cNvPr>
              <p:cNvGrpSpPr/>
              <p:nvPr/>
            </p:nvGrpSpPr>
            <p:grpSpPr>
              <a:xfrm>
                <a:off x="695323" y="1405995"/>
                <a:ext cx="5165619" cy="2248734"/>
                <a:chOff x="695323" y="1569455"/>
                <a:chExt cx="5165619" cy="2248734"/>
              </a:xfrm>
            </p:grpSpPr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4E5AC825-4558-9207-ABBD-E59E125E7FD7}"/>
                    </a:ext>
                  </a:extLst>
                </p:cNvPr>
                <p:cNvSpPr/>
                <p:nvPr/>
              </p:nvSpPr>
              <p:spPr>
                <a:xfrm>
                  <a:off x="695323" y="1569455"/>
                  <a:ext cx="5165619" cy="2248732"/>
                </a:xfrm>
                <a:prstGeom prst="rect">
                  <a:avLst/>
                </a:prstGeom>
                <a:gradFill flip="none" rotWithShape="1">
                  <a:gsLst>
                    <a:gs pos="69000">
                      <a:srgbClr val="FFFFFF">
                        <a:alpha val="80000"/>
                      </a:srgbClr>
                    </a:gs>
                    <a:gs pos="43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292100" dist="241300" dir="2700000" algn="tr" rotWithShape="0">
                    <a:schemeClr val="accent1">
                      <a:lumMod val="7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/>
                    <a:ea typeface="思源宋体 CN Heavy"/>
                    <a:cs typeface="+mn-cs"/>
                  </a:endParaRPr>
                </a:p>
              </p:txBody>
            </p:sp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8D2DE06F-D642-FC6C-3637-E7F0BFB00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5323" y="1569455"/>
                  <a:ext cx="0" cy="2248734"/>
                </a:xfrm>
                <a:prstGeom prst="line">
                  <a:avLst/>
                </a:prstGeom>
                <a:ln w="76200" cap="rnd">
                  <a:gradFill>
                    <a:gsLst>
                      <a:gs pos="0">
                        <a:srgbClr val="122E66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5400000" scaled="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5668C96-27BD-4D27-D64C-2C499175FC80}"/>
                  </a:ext>
                </a:extLst>
              </p:cNvPr>
              <p:cNvSpPr txBox="1"/>
              <p:nvPr/>
            </p:nvSpPr>
            <p:spPr>
              <a:xfrm>
                <a:off x="1430942" y="1448069"/>
                <a:ext cx="3694379" cy="354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OPPOSans B"/>
                    <a:ea typeface="OPPOSans B"/>
                    <a:cs typeface="+mn-cs"/>
                  </a:rPr>
                  <a:t>其他补充材料  </a:t>
                </a:r>
              </a:p>
            </p:txBody>
          </p:sp>
          <p:pic>
            <p:nvPicPr>
              <p:cNvPr id="38" name="图形 37">
                <a:extLst>
                  <a:ext uri="{FF2B5EF4-FFF2-40B4-BE49-F238E27FC236}">
                    <a16:creationId xmlns:a16="http://schemas.microsoft.com/office/drawing/2014/main" id="{D4229C84-2FC9-539E-595D-81126F921A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13206" y="1384194"/>
                <a:ext cx="386777" cy="386777"/>
              </a:xfrm>
              <a:prstGeom prst="rect">
                <a:avLst/>
              </a:prstGeom>
            </p:spPr>
          </p:pic>
        </p:grp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6C3FB517-516A-4072-3E11-D85BCCD7AFDB}"/>
              </a:ext>
            </a:extLst>
          </p:cNvPr>
          <p:cNvSpPr txBox="1"/>
          <p:nvPr/>
        </p:nvSpPr>
        <p:spPr>
          <a:xfrm>
            <a:off x="1079164" y="2856340"/>
            <a:ext cx="4230874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技术官方文档：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Spring Boot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、</a:t>
            </a:r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MyBatis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-Plus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Vue 3 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等  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开发工具官网：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IntelliJ IDEA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VS Code 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等  </a:t>
            </a:r>
          </a:p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在线资源教程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46DF7F47-4E64-D241-3E79-526A69915BC6}"/>
              </a:ext>
            </a:extLst>
          </p:cNvPr>
          <p:cNvSpPr/>
          <p:nvPr/>
        </p:nvSpPr>
        <p:spPr>
          <a:xfrm>
            <a:off x="274736" y="6422359"/>
            <a:ext cx="1608856" cy="3678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+mn-ea"/>
              </a:rPr>
              <a:t>项目总结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36A329-C660-FAF7-82EB-609144254E93}"/>
              </a:ext>
            </a:extLst>
          </p:cNvPr>
          <p:cNvSpPr txBox="1"/>
          <p:nvPr/>
        </p:nvSpPr>
        <p:spPr>
          <a:xfrm>
            <a:off x="6522452" y="3165404"/>
            <a:ext cx="4230874" cy="42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>
                <a:srgbClr val="122E66"/>
              </a:buClr>
            </a:pP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  <a:latin typeface="思源黑体 CN Bold"/>
                <a:ea typeface="思源宋体 CN" panose="02020400000000000000" pitchFamily="18" charset="-122"/>
                <a:cs typeface="+mn-ea"/>
                <a:sym typeface="+mn-lt"/>
              </a:rPr>
              <a:t>项目计划书、软件说明书等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  <a:latin typeface="思源黑体 CN Bold"/>
              <a:ea typeface="思源宋体 CN" panose="020204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5671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4583-AF00-0E22-3F68-AD5C7900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EBF26BC9-9242-9A46-244B-B480E72B747B}"/>
              </a:ext>
            </a:extLst>
          </p:cNvPr>
          <p:cNvSpPr/>
          <p:nvPr/>
        </p:nvSpPr>
        <p:spPr>
          <a:xfrm>
            <a:off x="-11552" y="-1"/>
            <a:ext cx="12215105" cy="620689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E38C49-AB23-3BD7-692B-18E8108FBDEF}"/>
              </a:ext>
            </a:extLst>
          </p:cNvPr>
          <p:cNvSpPr txBox="1"/>
          <p:nvPr/>
        </p:nvSpPr>
        <p:spPr>
          <a:xfrm>
            <a:off x="1249485" y="285540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/>
                <a:cs typeface="+mn-ea"/>
              </a:rPr>
              <a:t>毕业论文答辩模板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303122-7D0E-13B5-4800-08E2E8BD70C7}"/>
              </a:ext>
            </a:extLst>
          </p:cNvPr>
          <p:cNvSpPr txBox="1"/>
          <p:nvPr/>
        </p:nvSpPr>
        <p:spPr>
          <a:xfrm>
            <a:off x="1249485" y="3782884"/>
            <a:ext cx="5625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+mn-ea"/>
              </a:rPr>
              <a:t>Graduation thesis defense template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+mn-ea"/>
            </a:endParaRPr>
          </a:p>
        </p:txBody>
      </p:sp>
      <p:sp>
        <p:nvSpPr>
          <p:cNvPr id="5" name="iṡḻîdê">
            <a:extLst>
              <a:ext uri="{FF2B5EF4-FFF2-40B4-BE49-F238E27FC236}">
                <a16:creationId xmlns:a16="http://schemas.microsoft.com/office/drawing/2014/main" id="{333D43ED-2BB5-61D1-E424-01457F6C6C30}"/>
              </a:ext>
            </a:extLst>
          </p:cNvPr>
          <p:cNvSpPr/>
          <p:nvPr/>
        </p:nvSpPr>
        <p:spPr>
          <a:xfrm>
            <a:off x="0" y="0"/>
            <a:ext cx="12192000" cy="3445288"/>
          </a:xfrm>
          <a:prstGeom prst="rect">
            <a:avLst/>
          </a:prstGeom>
          <a:solidFill>
            <a:srgbClr val="122E6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" name="iš1íḍè">
            <a:extLst>
              <a:ext uri="{FF2B5EF4-FFF2-40B4-BE49-F238E27FC236}">
                <a16:creationId xmlns:a16="http://schemas.microsoft.com/office/drawing/2014/main" id="{B3431CEC-4EA4-DE0A-6F3E-2CDD03F7A9BB}"/>
              </a:ext>
            </a:extLst>
          </p:cNvPr>
          <p:cNvSpPr/>
          <p:nvPr/>
        </p:nvSpPr>
        <p:spPr>
          <a:xfrm>
            <a:off x="274736" y="404664"/>
            <a:ext cx="11608824" cy="595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DE10015-2A1F-94BA-57D1-A848C55131D7}"/>
              </a:ext>
            </a:extLst>
          </p:cNvPr>
          <p:cNvGrpSpPr/>
          <p:nvPr/>
        </p:nvGrpSpPr>
        <p:grpSpPr>
          <a:xfrm>
            <a:off x="1815795" y="2416509"/>
            <a:ext cx="8560406" cy="1194152"/>
            <a:chOff x="1815794" y="2604572"/>
            <a:chExt cx="8560406" cy="1194152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E1F0783-D488-8888-50D7-17147D1F976F}"/>
                </a:ext>
              </a:extLst>
            </p:cNvPr>
            <p:cNvSpPr txBox="1"/>
            <p:nvPr/>
          </p:nvSpPr>
          <p:spPr>
            <a:xfrm>
              <a:off x="1815794" y="2604572"/>
              <a:ext cx="85604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1" i="0" u="none" strike="noStrike" kern="1200" cap="none" spc="600" normalizeH="0" baseline="0" noProof="0" dirty="0">
                  <a:ln>
                    <a:noFill/>
                  </a:ln>
                  <a:solidFill>
                    <a:srgbClr val="122E66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</a:rPr>
                <a:t>谢谢大家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174DA8A-54DE-AF7F-FC60-BC61144D8AAC}"/>
                </a:ext>
              </a:extLst>
            </p:cNvPr>
            <p:cNvSpPr txBox="1"/>
            <p:nvPr/>
          </p:nvSpPr>
          <p:spPr>
            <a:xfrm>
              <a:off x="4235192" y="3490947"/>
              <a:ext cx="38779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pc="600" dirty="0">
                  <a:solidFill>
                    <a:srgbClr val="122E66"/>
                  </a:solidFill>
                  <a:latin typeface="Arial" panose="020B0604020202020204" pitchFamily="34" charset="0"/>
                  <a:cs typeface="+mn-ea"/>
                </a:rPr>
                <a:t>THANKS FOR LISTENING</a:t>
              </a:r>
              <a:endParaRPr lang="zh-CN" altLang="en-US" sz="1400" spc="600" dirty="0">
                <a:solidFill>
                  <a:srgbClr val="122E66"/>
                </a:solidFill>
                <a:latin typeface="Arial" panose="020B0604020202020204" pitchFamily="34" charset="0"/>
                <a:cs typeface="+mn-ea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D8BD2F59-9573-EE76-5F8E-685ABA4CF143}"/>
              </a:ext>
            </a:extLst>
          </p:cNvPr>
          <p:cNvSpPr txBox="1"/>
          <p:nvPr/>
        </p:nvSpPr>
        <p:spPr>
          <a:xfrm>
            <a:off x="4432703" y="4123469"/>
            <a:ext cx="3292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计算机科学与技术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4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班丨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30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思源黑体 CN Regular"/>
                <a:cs typeface="+mn-ea"/>
              </a:rPr>
              <a:t>组</a:t>
            </a:r>
          </a:p>
        </p:txBody>
      </p:sp>
      <p:sp>
        <p:nvSpPr>
          <p:cNvPr id="65" name="流程图: 离页连接符 64">
            <a:extLst>
              <a:ext uri="{FF2B5EF4-FFF2-40B4-BE49-F238E27FC236}">
                <a16:creationId xmlns:a16="http://schemas.microsoft.com/office/drawing/2014/main" id="{C91771F6-0294-D3F9-A36F-AB2344FB7465}"/>
              </a:ext>
            </a:extLst>
          </p:cNvPr>
          <p:cNvSpPr/>
          <p:nvPr/>
        </p:nvSpPr>
        <p:spPr>
          <a:xfrm>
            <a:off x="5519936" y="0"/>
            <a:ext cx="1152128" cy="1152128"/>
          </a:xfrm>
          <a:prstGeom prst="flowChartOffpageConnector">
            <a:avLst/>
          </a:prstGeom>
          <a:solidFill>
            <a:srgbClr val="122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66" name="graduate-man-hand-drawn-person_57251">
            <a:extLst>
              <a:ext uri="{FF2B5EF4-FFF2-40B4-BE49-F238E27FC236}">
                <a16:creationId xmlns:a16="http://schemas.microsoft.com/office/drawing/2014/main" id="{9E0C5B6B-6ABC-1DD4-3BBD-050D0D6BA762}"/>
              </a:ext>
            </a:extLst>
          </p:cNvPr>
          <p:cNvSpPr/>
          <p:nvPr/>
        </p:nvSpPr>
        <p:spPr>
          <a:xfrm>
            <a:off x="5877134" y="209548"/>
            <a:ext cx="437729" cy="609685"/>
          </a:xfrm>
          <a:custGeom>
            <a:avLst/>
            <a:gdLst>
              <a:gd name="connsiteX0" fmla="*/ 83809 w 434872"/>
              <a:gd name="connsiteY0" fmla="*/ 581569 h 605705"/>
              <a:gd name="connsiteX1" fmla="*/ 82167 w 434872"/>
              <a:gd name="connsiteY1" fmla="*/ 583678 h 605705"/>
              <a:gd name="connsiteX2" fmla="*/ 88503 w 434872"/>
              <a:gd name="connsiteY2" fmla="*/ 584146 h 605705"/>
              <a:gd name="connsiteX3" fmla="*/ 86156 w 434872"/>
              <a:gd name="connsiteY3" fmla="*/ 581569 h 605705"/>
              <a:gd name="connsiteX4" fmla="*/ 83809 w 434872"/>
              <a:gd name="connsiteY4" fmla="*/ 581569 h 605705"/>
              <a:gd name="connsiteX5" fmla="*/ 337748 w 434872"/>
              <a:gd name="connsiteY5" fmla="*/ 504504 h 605705"/>
              <a:gd name="connsiteX6" fmla="*/ 314252 w 434872"/>
              <a:gd name="connsiteY6" fmla="*/ 509630 h 605705"/>
              <a:gd name="connsiteX7" fmla="*/ 290786 w 434872"/>
              <a:gd name="connsiteY7" fmla="*/ 521112 h 605705"/>
              <a:gd name="connsiteX8" fmla="*/ 283746 w 434872"/>
              <a:gd name="connsiteY8" fmla="*/ 528611 h 605705"/>
              <a:gd name="connsiteX9" fmla="*/ 314487 w 434872"/>
              <a:gd name="connsiteY9" fmla="*/ 529783 h 605705"/>
              <a:gd name="connsiteX10" fmla="*/ 359308 w 434872"/>
              <a:gd name="connsiteY10" fmla="*/ 510802 h 605705"/>
              <a:gd name="connsiteX11" fmla="*/ 337748 w 434872"/>
              <a:gd name="connsiteY11" fmla="*/ 504504 h 605705"/>
              <a:gd name="connsiteX12" fmla="*/ 88737 w 434872"/>
              <a:gd name="connsiteY12" fmla="*/ 451049 h 605705"/>
              <a:gd name="connsiteX13" fmla="*/ 70668 w 434872"/>
              <a:gd name="connsiteY13" fmla="*/ 462999 h 605705"/>
              <a:gd name="connsiteX14" fmla="*/ 72076 w 434872"/>
              <a:gd name="connsiteY14" fmla="*/ 462296 h 605705"/>
              <a:gd name="connsiteX15" fmla="*/ 88972 w 434872"/>
              <a:gd name="connsiteY15" fmla="*/ 451517 h 605705"/>
              <a:gd name="connsiteX16" fmla="*/ 88737 w 434872"/>
              <a:gd name="connsiteY16" fmla="*/ 451049 h 605705"/>
              <a:gd name="connsiteX17" fmla="*/ 109153 w 434872"/>
              <a:gd name="connsiteY17" fmla="*/ 408635 h 605705"/>
              <a:gd name="connsiteX18" fmla="*/ 117367 w 434872"/>
              <a:gd name="connsiteY18" fmla="*/ 409104 h 605705"/>
              <a:gd name="connsiteX19" fmla="*/ 195511 w 434872"/>
              <a:gd name="connsiteY19" fmla="*/ 466280 h 605705"/>
              <a:gd name="connsiteX20" fmla="*/ 180023 w 434872"/>
              <a:gd name="connsiteY20" fmla="*/ 430428 h 605705"/>
              <a:gd name="connsiteX21" fmla="*/ 187532 w 434872"/>
              <a:gd name="connsiteY21" fmla="*/ 413556 h 605705"/>
              <a:gd name="connsiteX22" fmla="*/ 191052 w 434872"/>
              <a:gd name="connsiteY22" fmla="*/ 413322 h 605705"/>
              <a:gd name="connsiteX23" fmla="*/ 191521 w 434872"/>
              <a:gd name="connsiteY23" fmla="*/ 412619 h 605705"/>
              <a:gd name="connsiteX24" fmla="*/ 219212 w 434872"/>
              <a:gd name="connsiteY24" fmla="*/ 410510 h 605705"/>
              <a:gd name="connsiteX25" fmla="*/ 244087 w 434872"/>
              <a:gd name="connsiteY25" fmla="*/ 410744 h 605705"/>
              <a:gd name="connsiteX26" fmla="*/ 252535 w 434872"/>
              <a:gd name="connsiteY26" fmla="*/ 421523 h 605705"/>
              <a:gd name="connsiteX27" fmla="*/ 233527 w 434872"/>
              <a:gd name="connsiteY27" fmla="*/ 464405 h 605705"/>
              <a:gd name="connsiteX28" fmla="*/ 295948 w 434872"/>
              <a:gd name="connsiteY28" fmla="*/ 417305 h 605705"/>
              <a:gd name="connsiteX29" fmla="*/ 306508 w 434872"/>
              <a:gd name="connsiteY29" fmla="*/ 412150 h 605705"/>
              <a:gd name="connsiteX30" fmla="*/ 344524 w 434872"/>
              <a:gd name="connsiteY30" fmla="*/ 416837 h 605705"/>
              <a:gd name="connsiteX31" fmla="*/ 412578 w 434872"/>
              <a:gd name="connsiteY31" fmla="*/ 445190 h 605705"/>
              <a:gd name="connsiteX32" fmla="*/ 420556 w 434872"/>
              <a:gd name="connsiteY32" fmla="*/ 591411 h 605705"/>
              <a:gd name="connsiteX33" fmla="*/ 411404 w 434872"/>
              <a:gd name="connsiteY33" fmla="*/ 600549 h 605705"/>
              <a:gd name="connsiteX34" fmla="*/ 7543 w 434872"/>
              <a:gd name="connsiteY34" fmla="*/ 592582 h 605705"/>
              <a:gd name="connsiteX35" fmla="*/ 737 w 434872"/>
              <a:gd name="connsiteY35" fmla="*/ 583678 h 605705"/>
              <a:gd name="connsiteX36" fmla="*/ 10359 w 434872"/>
              <a:gd name="connsiteY36" fmla="*/ 466514 h 605705"/>
              <a:gd name="connsiteX37" fmla="*/ 104929 w 434872"/>
              <a:gd name="connsiteY37" fmla="*/ 409104 h 605705"/>
              <a:gd name="connsiteX38" fmla="*/ 109153 w 434872"/>
              <a:gd name="connsiteY38" fmla="*/ 408635 h 605705"/>
              <a:gd name="connsiteX39" fmla="*/ 303187 w 434872"/>
              <a:gd name="connsiteY39" fmla="*/ 227980 h 605705"/>
              <a:gd name="connsiteX40" fmla="*/ 205113 w 434872"/>
              <a:gd name="connsiteY40" fmla="*/ 235947 h 605705"/>
              <a:gd name="connsiteX41" fmla="*/ 119005 w 434872"/>
              <a:gd name="connsiteY41" fmla="*/ 235244 h 605705"/>
              <a:gd name="connsiteX42" fmla="*/ 125340 w 434872"/>
              <a:gd name="connsiteY42" fmla="*/ 264531 h 605705"/>
              <a:gd name="connsiteX43" fmla="*/ 175785 w 434872"/>
              <a:gd name="connsiteY43" fmla="*/ 353097 h 605705"/>
              <a:gd name="connsiteX44" fmla="*/ 286764 w 434872"/>
              <a:gd name="connsiteY44" fmla="*/ 322872 h 605705"/>
              <a:gd name="connsiteX45" fmla="*/ 301780 w 434872"/>
              <a:gd name="connsiteY45" fmla="*/ 239461 h 605705"/>
              <a:gd name="connsiteX46" fmla="*/ 303187 w 434872"/>
              <a:gd name="connsiteY46" fmla="*/ 227980 h 605705"/>
              <a:gd name="connsiteX47" fmla="*/ 216581 w 434872"/>
              <a:gd name="connsiteY47" fmla="*/ 118943 h 605705"/>
              <a:gd name="connsiteX48" fmla="*/ 347063 w 434872"/>
              <a:gd name="connsiteY48" fmla="*/ 119968 h 605705"/>
              <a:gd name="connsiteX49" fmla="*/ 354336 w 434872"/>
              <a:gd name="connsiteY49" fmla="*/ 134729 h 605705"/>
              <a:gd name="connsiteX50" fmla="*/ 347063 w 434872"/>
              <a:gd name="connsiteY50" fmla="*/ 144335 h 605705"/>
              <a:gd name="connsiteX51" fmla="*/ 346828 w 434872"/>
              <a:gd name="connsiteY51" fmla="*/ 178074 h 605705"/>
              <a:gd name="connsiteX52" fmla="*/ 345420 w 434872"/>
              <a:gd name="connsiteY52" fmla="*/ 197287 h 605705"/>
              <a:gd name="connsiteX53" fmla="*/ 322662 w 434872"/>
              <a:gd name="connsiteY53" fmla="*/ 220014 h 605705"/>
              <a:gd name="connsiteX54" fmla="*/ 320081 w 434872"/>
              <a:gd name="connsiteY54" fmla="*/ 239461 h 605705"/>
              <a:gd name="connsiteX55" fmla="*/ 306003 w 434872"/>
              <a:gd name="connsiteY55" fmla="*/ 326152 h 605705"/>
              <a:gd name="connsiteX56" fmla="*/ 191036 w 434872"/>
              <a:gd name="connsiteY56" fmla="*/ 385196 h 605705"/>
              <a:gd name="connsiteX57" fmla="*/ 118067 w 434872"/>
              <a:gd name="connsiteY57" fmla="*/ 296162 h 605705"/>
              <a:gd name="connsiteX58" fmla="*/ 102816 w 434872"/>
              <a:gd name="connsiteY58" fmla="*/ 230323 h 605705"/>
              <a:gd name="connsiteX59" fmla="*/ 94604 w 434872"/>
              <a:gd name="connsiteY59" fmla="*/ 226106 h 605705"/>
              <a:gd name="connsiteX60" fmla="*/ 76538 w 434872"/>
              <a:gd name="connsiteY60" fmla="*/ 143867 h 605705"/>
              <a:gd name="connsiteX61" fmla="*/ 77241 w 434872"/>
              <a:gd name="connsiteY61" fmla="*/ 134026 h 605705"/>
              <a:gd name="connsiteX62" fmla="*/ 86392 w 434872"/>
              <a:gd name="connsiteY62" fmla="*/ 131683 h 605705"/>
              <a:gd name="connsiteX63" fmla="*/ 86627 w 434872"/>
              <a:gd name="connsiteY63" fmla="*/ 132152 h 605705"/>
              <a:gd name="connsiteX64" fmla="*/ 216581 w 434872"/>
              <a:gd name="connsiteY64" fmla="*/ 118943 h 605705"/>
              <a:gd name="connsiteX65" fmla="*/ 210722 w 434872"/>
              <a:gd name="connsiteY65" fmla="*/ 19876 h 605705"/>
              <a:gd name="connsiteX66" fmla="*/ 201804 w 434872"/>
              <a:gd name="connsiteY66" fmla="*/ 21048 h 605705"/>
              <a:gd name="connsiteX67" fmla="*/ 209783 w 434872"/>
              <a:gd name="connsiteY67" fmla="*/ 22454 h 605705"/>
              <a:gd name="connsiteX68" fmla="*/ 210722 w 434872"/>
              <a:gd name="connsiteY68" fmla="*/ 19876 h 605705"/>
              <a:gd name="connsiteX69" fmla="*/ 197815 w 434872"/>
              <a:gd name="connsiteY69" fmla="*/ 2064 h 605705"/>
              <a:gd name="connsiteX70" fmla="*/ 374759 w 434872"/>
              <a:gd name="connsiteY70" fmla="*/ 90186 h 605705"/>
              <a:gd name="connsiteX71" fmla="*/ 378983 w 434872"/>
              <a:gd name="connsiteY71" fmla="*/ 99795 h 605705"/>
              <a:gd name="connsiteX72" fmla="*/ 394237 w 434872"/>
              <a:gd name="connsiteY72" fmla="*/ 175260 h 605705"/>
              <a:gd name="connsiteX73" fmla="*/ 396819 w 434872"/>
              <a:gd name="connsiteY73" fmla="*/ 213696 h 605705"/>
              <a:gd name="connsiteX74" fmla="*/ 395645 w 434872"/>
              <a:gd name="connsiteY74" fmla="*/ 240648 h 605705"/>
              <a:gd name="connsiteX75" fmla="*/ 400339 w 434872"/>
              <a:gd name="connsiteY75" fmla="*/ 247210 h 605705"/>
              <a:gd name="connsiteX76" fmla="*/ 398696 w 434872"/>
              <a:gd name="connsiteY76" fmla="*/ 256351 h 605705"/>
              <a:gd name="connsiteX77" fmla="*/ 385554 w 434872"/>
              <a:gd name="connsiteY77" fmla="*/ 261741 h 605705"/>
              <a:gd name="connsiteX78" fmla="*/ 378983 w 434872"/>
              <a:gd name="connsiteY78" fmla="*/ 242757 h 605705"/>
              <a:gd name="connsiteX79" fmla="*/ 377575 w 434872"/>
              <a:gd name="connsiteY79" fmla="*/ 194478 h 605705"/>
              <a:gd name="connsiteX80" fmla="*/ 368658 w 434872"/>
              <a:gd name="connsiteY80" fmla="*/ 109638 h 605705"/>
              <a:gd name="connsiteX81" fmla="*/ 359740 w 434872"/>
              <a:gd name="connsiteY81" fmla="*/ 107763 h 605705"/>
              <a:gd name="connsiteX82" fmla="*/ 355751 w 434872"/>
              <a:gd name="connsiteY82" fmla="*/ 106826 h 605705"/>
              <a:gd name="connsiteX83" fmla="*/ 340027 w 434872"/>
              <a:gd name="connsiteY83" fmla="*/ 104482 h 605705"/>
              <a:gd name="connsiteX84" fmla="*/ 312570 w 434872"/>
              <a:gd name="connsiteY84" fmla="*/ 102607 h 605705"/>
              <a:gd name="connsiteX85" fmla="*/ 235128 w 434872"/>
              <a:gd name="connsiteY85" fmla="*/ 99795 h 605705"/>
              <a:gd name="connsiteX86" fmla="*/ 40583 w 434872"/>
              <a:gd name="connsiteY86" fmla="*/ 109404 h 605705"/>
              <a:gd name="connsiteX87" fmla="*/ 33543 w 434872"/>
              <a:gd name="connsiteY87" fmla="*/ 92998 h 605705"/>
              <a:gd name="connsiteX88" fmla="*/ 34012 w 434872"/>
              <a:gd name="connsiteY88" fmla="*/ 90654 h 605705"/>
              <a:gd name="connsiteX89" fmla="*/ 62642 w 434872"/>
              <a:gd name="connsiteY89" fmla="*/ 75421 h 605705"/>
              <a:gd name="connsiteX90" fmla="*/ 109812 w 434872"/>
              <a:gd name="connsiteY90" fmla="*/ 48000 h 605705"/>
              <a:gd name="connsiteX91" fmla="*/ 197815 w 434872"/>
              <a:gd name="connsiteY91" fmla="*/ 2064 h 605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4872" h="605705">
                <a:moveTo>
                  <a:pt x="83809" y="581569"/>
                </a:moveTo>
                <a:cubicBezTo>
                  <a:pt x="83340" y="582272"/>
                  <a:pt x="82871" y="582975"/>
                  <a:pt x="82167" y="583678"/>
                </a:cubicBezTo>
                <a:cubicBezTo>
                  <a:pt x="84279" y="583678"/>
                  <a:pt x="86391" y="583912"/>
                  <a:pt x="88503" y="584146"/>
                </a:cubicBezTo>
                <a:cubicBezTo>
                  <a:pt x="87564" y="583209"/>
                  <a:pt x="86860" y="582506"/>
                  <a:pt x="86156" y="581569"/>
                </a:cubicBezTo>
                <a:cubicBezTo>
                  <a:pt x="85452" y="581569"/>
                  <a:pt x="84748" y="581569"/>
                  <a:pt x="83809" y="581569"/>
                </a:cubicBezTo>
                <a:close/>
                <a:moveTo>
                  <a:pt x="337748" y="504504"/>
                </a:moveTo>
                <a:cubicBezTo>
                  <a:pt x="328860" y="505236"/>
                  <a:pt x="319649" y="507872"/>
                  <a:pt x="314252" y="509630"/>
                </a:cubicBezTo>
                <a:cubicBezTo>
                  <a:pt x="306039" y="512442"/>
                  <a:pt x="297826" y="515723"/>
                  <a:pt x="290786" y="521112"/>
                </a:cubicBezTo>
                <a:cubicBezTo>
                  <a:pt x="287735" y="523221"/>
                  <a:pt x="285623" y="526033"/>
                  <a:pt x="283746" y="528611"/>
                </a:cubicBezTo>
                <a:cubicBezTo>
                  <a:pt x="294071" y="527674"/>
                  <a:pt x="306039" y="529548"/>
                  <a:pt x="314487" y="529783"/>
                </a:cubicBezTo>
                <a:cubicBezTo>
                  <a:pt x="323404" y="530251"/>
                  <a:pt x="374796" y="532829"/>
                  <a:pt x="359308" y="510802"/>
                </a:cubicBezTo>
                <a:cubicBezTo>
                  <a:pt x="355201" y="504944"/>
                  <a:pt x="346636" y="503772"/>
                  <a:pt x="337748" y="504504"/>
                </a:cubicBezTo>
                <a:close/>
                <a:moveTo>
                  <a:pt x="88737" y="451049"/>
                </a:moveTo>
                <a:cubicBezTo>
                  <a:pt x="82167" y="454798"/>
                  <a:pt x="76065" y="458547"/>
                  <a:pt x="70668" y="462999"/>
                </a:cubicBezTo>
                <a:cubicBezTo>
                  <a:pt x="71137" y="462765"/>
                  <a:pt x="71607" y="462531"/>
                  <a:pt x="72076" y="462296"/>
                </a:cubicBezTo>
                <a:cubicBezTo>
                  <a:pt x="77239" y="458313"/>
                  <a:pt x="82871" y="454798"/>
                  <a:pt x="88972" y="451517"/>
                </a:cubicBezTo>
                <a:cubicBezTo>
                  <a:pt x="88737" y="451517"/>
                  <a:pt x="88737" y="451283"/>
                  <a:pt x="88737" y="451049"/>
                </a:cubicBezTo>
                <a:close/>
                <a:moveTo>
                  <a:pt x="109153" y="408635"/>
                </a:moveTo>
                <a:cubicBezTo>
                  <a:pt x="111031" y="406292"/>
                  <a:pt x="114785" y="405589"/>
                  <a:pt x="117367" y="409104"/>
                </a:cubicBezTo>
                <a:cubicBezTo>
                  <a:pt x="137079" y="435583"/>
                  <a:pt x="162657" y="460890"/>
                  <a:pt x="195511" y="466280"/>
                </a:cubicBezTo>
                <a:cubicBezTo>
                  <a:pt x="185185" y="458313"/>
                  <a:pt x="179553" y="444253"/>
                  <a:pt x="180023" y="430428"/>
                </a:cubicBezTo>
                <a:cubicBezTo>
                  <a:pt x="180257" y="424570"/>
                  <a:pt x="180257" y="415431"/>
                  <a:pt x="187532" y="413556"/>
                </a:cubicBezTo>
                <a:cubicBezTo>
                  <a:pt x="188705" y="413322"/>
                  <a:pt x="189879" y="413322"/>
                  <a:pt x="191052" y="413322"/>
                </a:cubicBezTo>
                <a:cubicBezTo>
                  <a:pt x="191287" y="413087"/>
                  <a:pt x="191287" y="412853"/>
                  <a:pt x="191521" y="412619"/>
                </a:cubicBezTo>
                <a:cubicBezTo>
                  <a:pt x="197857" y="407229"/>
                  <a:pt x="211468" y="410510"/>
                  <a:pt x="219212" y="410510"/>
                </a:cubicBezTo>
                <a:cubicBezTo>
                  <a:pt x="227426" y="410510"/>
                  <a:pt x="235874" y="410510"/>
                  <a:pt x="244087" y="410744"/>
                </a:cubicBezTo>
                <a:cubicBezTo>
                  <a:pt x="250188" y="410744"/>
                  <a:pt x="253474" y="416134"/>
                  <a:pt x="252535" y="421523"/>
                </a:cubicBezTo>
                <a:cubicBezTo>
                  <a:pt x="250423" y="434646"/>
                  <a:pt x="244791" y="453626"/>
                  <a:pt x="233527" y="464405"/>
                </a:cubicBezTo>
                <a:cubicBezTo>
                  <a:pt x="260983" y="458313"/>
                  <a:pt x="285388" y="444487"/>
                  <a:pt x="295948" y="417305"/>
                </a:cubicBezTo>
                <a:cubicBezTo>
                  <a:pt x="297591" y="413087"/>
                  <a:pt x="302754" y="410979"/>
                  <a:pt x="306508" y="412150"/>
                </a:cubicBezTo>
                <a:cubicBezTo>
                  <a:pt x="317772" y="407698"/>
                  <a:pt x="335372" y="414025"/>
                  <a:pt x="344524" y="416837"/>
                </a:cubicBezTo>
                <a:cubicBezTo>
                  <a:pt x="367287" y="423632"/>
                  <a:pt x="392866" y="431599"/>
                  <a:pt x="412578" y="445190"/>
                </a:cubicBezTo>
                <a:cubicBezTo>
                  <a:pt x="456695" y="475184"/>
                  <a:pt x="421964" y="549935"/>
                  <a:pt x="420556" y="591411"/>
                </a:cubicBezTo>
                <a:cubicBezTo>
                  <a:pt x="420322" y="596331"/>
                  <a:pt x="416567" y="600549"/>
                  <a:pt x="411404" y="600549"/>
                </a:cubicBezTo>
                <a:cubicBezTo>
                  <a:pt x="276940" y="601018"/>
                  <a:pt x="141068" y="616015"/>
                  <a:pt x="7543" y="592582"/>
                </a:cubicBezTo>
                <a:cubicBezTo>
                  <a:pt x="3553" y="591879"/>
                  <a:pt x="737" y="587427"/>
                  <a:pt x="737" y="583678"/>
                </a:cubicBezTo>
                <a:cubicBezTo>
                  <a:pt x="737" y="546185"/>
                  <a:pt x="-3956" y="502132"/>
                  <a:pt x="10359" y="466514"/>
                </a:cubicBezTo>
                <a:cubicBezTo>
                  <a:pt x="24908" y="430662"/>
                  <a:pt x="77239" y="429490"/>
                  <a:pt x="104929" y="409104"/>
                </a:cubicBezTo>
                <a:cubicBezTo>
                  <a:pt x="106103" y="408167"/>
                  <a:pt x="107745" y="408167"/>
                  <a:pt x="109153" y="408635"/>
                </a:cubicBezTo>
                <a:close/>
                <a:moveTo>
                  <a:pt x="303187" y="227980"/>
                </a:moveTo>
                <a:cubicBezTo>
                  <a:pt x="271982" y="237352"/>
                  <a:pt x="237023" y="235009"/>
                  <a:pt x="205113" y="235947"/>
                </a:cubicBezTo>
                <a:cubicBezTo>
                  <a:pt x="180008" y="236649"/>
                  <a:pt x="146691" y="241101"/>
                  <a:pt x="119005" y="235244"/>
                </a:cubicBezTo>
                <a:cubicBezTo>
                  <a:pt x="119474" y="245319"/>
                  <a:pt x="122055" y="255159"/>
                  <a:pt x="125340" y="264531"/>
                </a:cubicBezTo>
                <a:cubicBezTo>
                  <a:pt x="136133" y="295927"/>
                  <a:pt x="151618" y="329901"/>
                  <a:pt x="175785" y="353097"/>
                </a:cubicBezTo>
                <a:cubicBezTo>
                  <a:pt x="210510" y="386133"/>
                  <a:pt x="265882" y="361297"/>
                  <a:pt x="286764" y="322872"/>
                </a:cubicBezTo>
                <a:cubicBezTo>
                  <a:pt x="301310" y="296396"/>
                  <a:pt x="300841" y="268749"/>
                  <a:pt x="301780" y="239461"/>
                </a:cubicBezTo>
                <a:cubicBezTo>
                  <a:pt x="301780" y="235947"/>
                  <a:pt x="302484" y="231963"/>
                  <a:pt x="303187" y="227980"/>
                </a:cubicBezTo>
                <a:close/>
                <a:moveTo>
                  <a:pt x="216581" y="118943"/>
                </a:moveTo>
                <a:cubicBezTo>
                  <a:pt x="260485" y="117098"/>
                  <a:pt x="304478" y="117625"/>
                  <a:pt x="347063" y="119968"/>
                </a:cubicBezTo>
                <a:cubicBezTo>
                  <a:pt x="355275" y="120437"/>
                  <a:pt x="357621" y="129574"/>
                  <a:pt x="354336" y="134729"/>
                </a:cubicBezTo>
                <a:cubicBezTo>
                  <a:pt x="355275" y="139181"/>
                  <a:pt x="352225" y="144569"/>
                  <a:pt x="347063" y="144335"/>
                </a:cubicBezTo>
                <a:cubicBezTo>
                  <a:pt x="354336" y="144804"/>
                  <a:pt x="346828" y="169405"/>
                  <a:pt x="346828" y="178074"/>
                </a:cubicBezTo>
                <a:cubicBezTo>
                  <a:pt x="346828" y="184635"/>
                  <a:pt x="347063" y="190961"/>
                  <a:pt x="345420" y="197287"/>
                </a:cubicBezTo>
                <a:cubicBezTo>
                  <a:pt x="343074" y="207128"/>
                  <a:pt x="332281" y="214859"/>
                  <a:pt x="322662" y="220014"/>
                </a:cubicBezTo>
                <a:cubicBezTo>
                  <a:pt x="321723" y="227512"/>
                  <a:pt x="320315" y="234775"/>
                  <a:pt x="320081" y="239461"/>
                </a:cubicBezTo>
                <a:cubicBezTo>
                  <a:pt x="320081" y="268280"/>
                  <a:pt x="320315" y="300145"/>
                  <a:pt x="306003" y="326152"/>
                </a:cubicBezTo>
                <a:cubicBezTo>
                  <a:pt x="286998" y="361297"/>
                  <a:pt x="234442" y="403471"/>
                  <a:pt x="191036" y="385196"/>
                </a:cubicBezTo>
                <a:cubicBezTo>
                  <a:pt x="154903" y="370200"/>
                  <a:pt x="133083" y="330369"/>
                  <a:pt x="118067" y="296162"/>
                </a:cubicBezTo>
                <a:cubicBezTo>
                  <a:pt x="110559" y="279058"/>
                  <a:pt x="99062" y="251879"/>
                  <a:pt x="102816" y="230323"/>
                </a:cubicBezTo>
                <a:cubicBezTo>
                  <a:pt x="100000" y="228917"/>
                  <a:pt x="97185" y="227746"/>
                  <a:pt x="94604" y="226106"/>
                </a:cubicBezTo>
                <a:cubicBezTo>
                  <a:pt x="68091" y="210408"/>
                  <a:pt x="74191" y="172451"/>
                  <a:pt x="76538" y="143867"/>
                </a:cubicBezTo>
                <a:cubicBezTo>
                  <a:pt x="73018" y="141289"/>
                  <a:pt x="72549" y="135432"/>
                  <a:pt x="77241" y="134026"/>
                </a:cubicBezTo>
                <a:cubicBezTo>
                  <a:pt x="77476" y="129574"/>
                  <a:pt x="84046" y="126997"/>
                  <a:pt x="86392" y="131683"/>
                </a:cubicBezTo>
                <a:cubicBezTo>
                  <a:pt x="86392" y="131917"/>
                  <a:pt x="86627" y="131917"/>
                  <a:pt x="86627" y="132152"/>
                </a:cubicBezTo>
                <a:cubicBezTo>
                  <a:pt x="128860" y="125006"/>
                  <a:pt x="172676" y="120788"/>
                  <a:pt x="216581" y="118943"/>
                </a:cubicBezTo>
                <a:close/>
                <a:moveTo>
                  <a:pt x="210722" y="19876"/>
                </a:moveTo>
                <a:cubicBezTo>
                  <a:pt x="207671" y="20110"/>
                  <a:pt x="204855" y="20579"/>
                  <a:pt x="201804" y="21048"/>
                </a:cubicBezTo>
                <a:cubicBezTo>
                  <a:pt x="204620" y="21517"/>
                  <a:pt x="207202" y="21985"/>
                  <a:pt x="209783" y="22454"/>
                </a:cubicBezTo>
                <a:cubicBezTo>
                  <a:pt x="210018" y="21517"/>
                  <a:pt x="210252" y="20579"/>
                  <a:pt x="210722" y="19876"/>
                </a:cubicBezTo>
                <a:close/>
                <a:moveTo>
                  <a:pt x="197815" y="2064"/>
                </a:moveTo>
                <a:cubicBezTo>
                  <a:pt x="266809" y="-12935"/>
                  <a:pt x="322427" y="57609"/>
                  <a:pt x="374759" y="90186"/>
                </a:cubicBezTo>
                <a:cubicBezTo>
                  <a:pt x="378749" y="92764"/>
                  <a:pt x="379687" y="96513"/>
                  <a:pt x="378983" y="99795"/>
                </a:cubicBezTo>
                <a:cubicBezTo>
                  <a:pt x="387901" y="123934"/>
                  <a:pt x="392125" y="149714"/>
                  <a:pt x="394237" y="175260"/>
                </a:cubicBezTo>
                <a:cubicBezTo>
                  <a:pt x="395410" y="188150"/>
                  <a:pt x="396349" y="201040"/>
                  <a:pt x="396819" y="213696"/>
                </a:cubicBezTo>
                <a:cubicBezTo>
                  <a:pt x="396819" y="216743"/>
                  <a:pt x="395645" y="231742"/>
                  <a:pt x="395645" y="240648"/>
                </a:cubicBezTo>
                <a:cubicBezTo>
                  <a:pt x="398461" y="241585"/>
                  <a:pt x="400808" y="243695"/>
                  <a:pt x="400339" y="247210"/>
                </a:cubicBezTo>
                <a:cubicBezTo>
                  <a:pt x="400104" y="250491"/>
                  <a:pt x="399635" y="253069"/>
                  <a:pt x="398696" y="256351"/>
                </a:cubicBezTo>
                <a:cubicBezTo>
                  <a:pt x="397288" y="261507"/>
                  <a:pt x="390482" y="265022"/>
                  <a:pt x="385554" y="261741"/>
                </a:cubicBezTo>
                <a:cubicBezTo>
                  <a:pt x="377810" y="256351"/>
                  <a:pt x="378983" y="252132"/>
                  <a:pt x="378983" y="242757"/>
                </a:cubicBezTo>
                <a:cubicBezTo>
                  <a:pt x="378749" y="226586"/>
                  <a:pt x="378514" y="210649"/>
                  <a:pt x="377575" y="194478"/>
                </a:cubicBezTo>
                <a:cubicBezTo>
                  <a:pt x="375933" y="166120"/>
                  <a:pt x="371474" y="137762"/>
                  <a:pt x="368658" y="109638"/>
                </a:cubicBezTo>
                <a:cubicBezTo>
                  <a:pt x="365607" y="111279"/>
                  <a:pt x="361852" y="110341"/>
                  <a:pt x="359740" y="107763"/>
                </a:cubicBezTo>
                <a:cubicBezTo>
                  <a:pt x="359036" y="107529"/>
                  <a:pt x="357863" y="107294"/>
                  <a:pt x="355751" y="106826"/>
                </a:cubicBezTo>
                <a:cubicBezTo>
                  <a:pt x="350588" y="105888"/>
                  <a:pt x="345190" y="104951"/>
                  <a:pt x="340027" y="104482"/>
                </a:cubicBezTo>
                <a:cubicBezTo>
                  <a:pt x="330875" y="103544"/>
                  <a:pt x="321723" y="103076"/>
                  <a:pt x="312570" y="102607"/>
                </a:cubicBezTo>
                <a:cubicBezTo>
                  <a:pt x="286756" y="101670"/>
                  <a:pt x="260942" y="99795"/>
                  <a:pt x="235128" y="99795"/>
                </a:cubicBezTo>
                <a:cubicBezTo>
                  <a:pt x="170592" y="99326"/>
                  <a:pt x="104649" y="97685"/>
                  <a:pt x="40583" y="109404"/>
                </a:cubicBezTo>
                <a:cubicBezTo>
                  <a:pt x="30257" y="111279"/>
                  <a:pt x="25329" y="96982"/>
                  <a:pt x="33543" y="92998"/>
                </a:cubicBezTo>
                <a:cubicBezTo>
                  <a:pt x="33543" y="92061"/>
                  <a:pt x="33543" y="91357"/>
                  <a:pt x="34012" y="90654"/>
                </a:cubicBezTo>
                <a:cubicBezTo>
                  <a:pt x="40583" y="81749"/>
                  <a:pt x="53255" y="80342"/>
                  <a:pt x="62642" y="75421"/>
                </a:cubicBezTo>
                <a:cubicBezTo>
                  <a:pt x="78835" y="66983"/>
                  <a:pt x="94323" y="57375"/>
                  <a:pt x="109812" y="48000"/>
                </a:cubicBezTo>
                <a:cubicBezTo>
                  <a:pt x="136565" y="31594"/>
                  <a:pt x="166603" y="8861"/>
                  <a:pt x="197815" y="20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D880521-1DF4-6D26-3CFB-5C294DD41D8D}"/>
              </a:ext>
            </a:extLst>
          </p:cNvPr>
          <p:cNvGrpSpPr/>
          <p:nvPr/>
        </p:nvGrpSpPr>
        <p:grpSpPr>
          <a:xfrm>
            <a:off x="574872" y="5661585"/>
            <a:ext cx="11216284" cy="378208"/>
            <a:chOff x="297350" y="5605502"/>
            <a:chExt cx="11216284" cy="378208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5F0CE5CE-E62D-9791-B8C1-425293E1662D}"/>
                </a:ext>
              </a:extLst>
            </p:cNvPr>
            <p:cNvGrpSpPr/>
            <p:nvPr/>
          </p:nvGrpSpPr>
          <p:grpSpPr>
            <a:xfrm>
              <a:off x="715448" y="5605637"/>
              <a:ext cx="10798186" cy="378073"/>
              <a:chOff x="1105047" y="4986489"/>
              <a:chExt cx="10798186" cy="378073"/>
            </a:xfrm>
          </p:grpSpPr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9290405-CEA8-A7B6-FEA6-81DC89B2E89F}"/>
                  </a:ext>
                </a:extLst>
              </p:cNvPr>
              <p:cNvSpPr txBox="1"/>
              <p:nvPr/>
            </p:nvSpPr>
            <p:spPr>
              <a:xfrm>
                <a:off x="1105047" y="4993856"/>
                <a:ext cx="2069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汇报人：蒋奕婷</a:t>
                </a: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A72A01A-6DC5-D955-C793-0EFFDEABC8A1}"/>
                  </a:ext>
                </a:extLst>
              </p:cNvPr>
              <p:cNvSpPr txBox="1"/>
              <p:nvPr/>
            </p:nvSpPr>
            <p:spPr>
              <a:xfrm>
                <a:off x="9014301" y="4986489"/>
                <a:ext cx="28889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时间：</a:t>
                </a:r>
                <a:r>
                  <a:rPr kumimoji="0" lang="en-US" altLang="zh-CN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2026</a:t>
                </a: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年</a:t>
                </a:r>
                <a:r>
                  <a:rPr lang="en-US" altLang="zh-CN" b="1" spc="300" dirty="0">
                    <a:solidFill>
                      <a:srgbClr val="122E66"/>
                    </a:solidFill>
                    <a:latin typeface="思源黑体 CN Regular"/>
                    <a:cs typeface="+mn-ea"/>
                  </a:rPr>
                  <a:t>5</a:t>
                </a: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月</a:t>
                </a:r>
                <a:r>
                  <a:rPr lang="en-US" altLang="zh-CN" b="1" spc="300" dirty="0">
                    <a:solidFill>
                      <a:srgbClr val="122E66"/>
                    </a:solidFill>
                    <a:latin typeface="思源黑体 CN Regular"/>
                    <a:cs typeface="+mn-ea"/>
                  </a:rPr>
                  <a:t>19</a:t>
                </a: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日</a:t>
                </a: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A1E7A1B0-B4CA-BC3D-CC8C-BF6DA1FFF45F}"/>
                  </a:ext>
                </a:extLst>
              </p:cNvPr>
              <p:cNvSpPr txBox="1"/>
              <p:nvPr/>
            </p:nvSpPr>
            <p:spPr>
              <a:xfrm>
                <a:off x="5246139" y="4995230"/>
                <a:ext cx="2339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122E66"/>
                    </a:solidFill>
                    <a:effectLst/>
                    <a:uLnTx/>
                    <a:uFillTx/>
                    <a:latin typeface="思源黑体 CN Regular"/>
                    <a:cs typeface="+mn-ea"/>
                  </a:rPr>
                  <a:t>指导老师：尹兆远</a:t>
                </a:r>
              </a:p>
            </p:txBody>
          </p:sp>
        </p:grpSp>
        <p:sp>
          <p:nvSpPr>
            <p:cNvPr id="69" name="iconfont-1047-784241">
              <a:extLst>
                <a:ext uri="{FF2B5EF4-FFF2-40B4-BE49-F238E27FC236}">
                  <a16:creationId xmlns:a16="http://schemas.microsoft.com/office/drawing/2014/main" id="{DB0E4E86-CED3-5D0E-14C8-CF9CC8C42BDD}"/>
                </a:ext>
              </a:extLst>
            </p:cNvPr>
            <p:cNvSpPr/>
            <p:nvPr/>
          </p:nvSpPr>
          <p:spPr>
            <a:xfrm>
              <a:off x="8309408" y="5640228"/>
              <a:ext cx="315295" cy="314885"/>
            </a:xfrm>
            <a:custGeom>
              <a:avLst/>
              <a:gdLst>
                <a:gd name="T0" fmla="*/ 11189 w 11189"/>
                <a:gd name="T1" fmla="*/ 5643 h 11177"/>
                <a:gd name="T2" fmla="*/ 11189 w 11189"/>
                <a:gd name="T3" fmla="*/ 5589 h 11177"/>
                <a:gd name="T4" fmla="*/ 11189 w 11189"/>
                <a:gd name="T5" fmla="*/ 5535 h 11177"/>
                <a:gd name="T6" fmla="*/ 5595 w 11189"/>
                <a:gd name="T7" fmla="*/ 0 h 11177"/>
                <a:gd name="T8" fmla="*/ 0 w 11189"/>
                <a:gd name="T9" fmla="*/ 5535 h 11177"/>
                <a:gd name="T10" fmla="*/ 1 w 11189"/>
                <a:gd name="T11" fmla="*/ 5589 h 11177"/>
                <a:gd name="T12" fmla="*/ 0 w 11189"/>
                <a:gd name="T13" fmla="*/ 5643 h 11177"/>
                <a:gd name="T14" fmla="*/ 5595 w 11189"/>
                <a:gd name="T15" fmla="*/ 11177 h 11177"/>
                <a:gd name="T16" fmla="*/ 11189 w 11189"/>
                <a:gd name="T17" fmla="*/ 5643 h 11177"/>
                <a:gd name="T18" fmla="*/ 5595 w 11189"/>
                <a:gd name="T19" fmla="*/ 10124 h 11177"/>
                <a:gd name="T20" fmla="*/ 1156 w 11189"/>
                <a:gd name="T21" fmla="*/ 5643 h 11177"/>
                <a:gd name="T22" fmla="*/ 1156 w 11189"/>
                <a:gd name="T23" fmla="*/ 5611 h 11177"/>
                <a:gd name="T24" fmla="*/ 1156 w 11189"/>
                <a:gd name="T25" fmla="*/ 5611 h 11177"/>
                <a:gd name="T26" fmla="*/ 1156 w 11189"/>
                <a:gd name="T27" fmla="*/ 5589 h 11177"/>
                <a:gd name="T28" fmla="*/ 1156 w 11189"/>
                <a:gd name="T29" fmla="*/ 5567 h 11177"/>
                <a:gd name="T30" fmla="*/ 1156 w 11189"/>
                <a:gd name="T31" fmla="*/ 5567 h 11177"/>
                <a:gd name="T32" fmla="*/ 1156 w 11189"/>
                <a:gd name="T33" fmla="*/ 5535 h 11177"/>
                <a:gd name="T34" fmla="*/ 5595 w 11189"/>
                <a:gd name="T35" fmla="*/ 1054 h 11177"/>
                <a:gd name="T36" fmla="*/ 10034 w 11189"/>
                <a:gd name="T37" fmla="*/ 5535 h 11177"/>
                <a:gd name="T38" fmla="*/ 10033 w 11189"/>
                <a:gd name="T39" fmla="*/ 5567 h 11177"/>
                <a:gd name="T40" fmla="*/ 10033 w 11189"/>
                <a:gd name="T41" fmla="*/ 5567 h 11177"/>
                <a:gd name="T42" fmla="*/ 10033 w 11189"/>
                <a:gd name="T43" fmla="*/ 5589 h 11177"/>
                <a:gd name="T44" fmla="*/ 10033 w 11189"/>
                <a:gd name="T45" fmla="*/ 5611 h 11177"/>
                <a:gd name="T46" fmla="*/ 10033 w 11189"/>
                <a:gd name="T47" fmla="*/ 5611 h 11177"/>
                <a:gd name="T48" fmla="*/ 10034 w 11189"/>
                <a:gd name="T49" fmla="*/ 5643 h 11177"/>
                <a:gd name="T50" fmla="*/ 5595 w 11189"/>
                <a:gd name="T51" fmla="*/ 10124 h 11177"/>
                <a:gd name="T52" fmla="*/ 4818 w 11189"/>
                <a:gd name="T53" fmla="*/ 5514 h 11177"/>
                <a:gd name="T54" fmla="*/ 4804 w 11189"/>
                <a:gd name="T55" fmla="*/ 5611 h 11177"/>
                <a:gd name="T56" fmla="*/ 4804 w 11189"/>
                <a:gd name="T57" fmla="*/ 6034 h 11177"/>
                <a:gd name="T58" fmla="*/ 5167 w 11189"/>
                <a:gd name="T59" fmla="*/ 6397 h 11177"/>
                <a:gd name="T60" fmla="*/ 8440 w 11189"/>
                <a:gd name="T61" fmla="*/ 6397 h 11177"/>
                <a:gd name="T62" fmla="*/ 8803 w 11189"/>
                <a:gd name="T63" fmla="*/ 6034 h 11177"/>
                <a:gd name="T64" fmla="*/ 8803 w 11189"/>
                <a:gd name="T65" fmla="*/ 5611 h 11177"/>
                <a:gd name="T66" fmla="*/ 8440 w 11189"/>
                <a:gd name="T67" fmla="*/ 5249 h 11177"/>
                <a:gd name="T68" fmla="*/ 5966 w 11189"/>
                <a:gd name="T69" fmla="*/ 5249 h 11177"/>
                <a:gd name="T70" fmla="*/ 5966 w 11189"/>
                <a:gd name="T71" fmla="*/ 2069 h 11177"/>
                <a:gd name="T72" fmla="*/ 5604 w 11189"/>
                <a:gd name="T73" fmla="*/ 1706 h 11177"/>
                <a:gd name="T74" fmla="*/ 5180 w 11189"/>
                <a:gd name="T75" fmla="*/ 1706 h 11177"/>
                <a:gd name="T76" fmla="*/ 4818 w 11189"/>
                <a:gd name="T77" fmla="*/ 2069 h 11177"/>
                <a:gd name="T78" fmla="*/ 4818 w 11189"/>
                <a:gd name="T79" fmla="*/ 5514 h 1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189" h="11177">
                  <a:moveTo>
                    <a:pt x="11189" y="5643"/>
                  </a:moveTo>
                  <a:cubicBezTo>
                    <a:pt x="11189" y="5625"/>
                    <a:pt x="11189" y="5607"/>
                    <a:pt x="11189" y="5589"/>
                  </a:cubicBezTo>
                  <a:cubicBezTo>
                    <a:pt x="11189" y="5571"/>
                    <a:pt x="11189" y="5553"/>
                    <a:pt x="11189" y="5535"/>
                  </a:cubicBezTo>
                  <a:cubicBezTo>
                    <a:pt x="11189" y="2478"/>
                    <a:pt x="8684" y="0"/>
                    <a:pt x="5595" y="0"/>
                  </a:cubicBezTo>
                  <a:cubicBezTo>
                    <a:pt x="2505" y="0"/>
                    <a:pt x="0" y="2478"/>
                    <a:pt x="0" y="5535"/>
                  </a:cubicBezTo>
                  <a:cubicBezTo>
                    <a:pt x="0" y="5553"/>
                    <a:pt x="1" y="5571"/>
                    <a:pt x="1" y="5589"/>
                  </a:cubicBezTo>
                  <a:cubicBezTo>
                    <a:pt x="1" y="5607"/>
                    <a:pt x="0" y="5625"/>
                    <a:pt x="0" y="5643"/>
                  </a:cubicBezTo>
                  <a:cubicBezTo>
                    <a:pt x="0" y="8700"/>
                    <a:pt x="2505" y="11177"/>
                    <a:pt x="5595" y="11177"/>
                  </a:cubicBezTo>
                  <a:cubicBezTo>
                    <a:pt x="8684" y="11177"/>
                    <a:pt x="11189" y="8700"/>
                    <a:pt x="11189" y="5643"/>
                  </a:cubicBezTo>
                  <a:close/>
                  <a:moveTo>
                    <a:pt x="5595" y="10124"/>
                  </a:moveTo>
                  <a:cubicBezTo>
                    <a:pt x="3143" y="10124"/>
                    <a:pt x="1156" y="8118"/>
                    <a:pt x="1156" y="5643"/>
                  </a:cubicBezTo>
                  <a:cubicBezTo>
                    <a:pt x="1156" y="5632"/>
                    <a:pt x="1156" y="5622"/>
                    <a:pt x="1156" y="5611"/>
                  </a:cubicBezTo>
                  <a:lnTo>
                    <a:pt x="1156" y="5611"/>
                  </a:lnTo>
                  <a:cubicBezTo>
                    <a:pt x="1156" y="5604"/>
                    <a:pt x="1156" y="5596"/>
                    <a:pt x="1156" y="5589"/>
                  </a:cubicBezTo>
                  <a:cubicBezTo>
                    <a:pt x="1156" y="5582"/>
                    <a:pt x="1156" y="5574"/>
                    <a:pt x="1156" y="5567"/>
                  </a:cubicBezTo>
                  <a:lnTo>
                    <a:pt x="1156" y="5567"/>
                  </a:lnTo>
                  <a:cubicBezTo>
                    <a:pt x="1156" y="5556"/>
                    <a:pt x="1156" y="5546"/>
                    <a:pt x="1156" y="5535"/>
                  </a:cubicBezTo>
                  <a:cubicBezTo>
                    <a:pt x="1156" y="3060"/>
                    <a:pt x="3143" y="1054"/>
                    <a:pt x="5595" y="1054"/>
                  </a:cubicBezTo>
                  <a:cubicBezTo>
                    <a:pt x="8046" y="1054"/>
                    <a:pt x="10034" y="3060"/>
                    <a:pt x="10034" y="5535"/>
                  </a:cubicBezTo>
                  <a:cubicBezTo>
                    <a:pt x="10034" y="5546"/>
                    <a:pt x="10033" y="5556"/>
                    <a:pt x="10033" y="5567"/>
                  </a:cubicBezTo>
                  <a:lnTo>
                    <a:pt x="10033" y="5567"/>
                  </a:lnTo>
                  <a:cubicBezTo>
                    <a:pt x="10033" y="5574"/>
                    <a:pt x="10033" y="5582"/>
                    <a:pt x="10033" y="5589"/>
                  </a:cubicBezTo>
                  <a:cubicBezTo>
                    <a:pt x="10033" y="5596"/>
                    <a:pt x="10033" y="5604"/>
                    <a:pt x="10033" y="5611"/>
                  </a:cubicBezTo>
                  <a:lnTo>
                    <a:pt x="10033" y="5611"/>
                  </a:lnTo>
                  <a:cubicBezTo>
                    <a:pt x="10034" y="5622"/>
                    <a:pt x="10034" y="5632"/>
                    <a:pt x="10034" y="5643"/>
                  </a:cubicBezTo>
                  <a:cubicBezTo>
                    <a:pt x="10034" y="8118"/>
                    <a:pt x="8046" y="10124"/>
                    <a:pt x="5595" y="10124"/>
                  </a:cubicBezTo>
                  <a:close/>
                  <a:moveTo>
                    <a:pt x="4818" y="5514"/>
                  </a:moveTo>
                  <a:cubicBezTo>
                    <a:pt x="4809" y="5545"/>
                    <a:pt x="4804" y="5577"/>
                    <a:pt x="4804" y="5611"/>
                  </a:cubicBezTo>
                  <a:lnTo>
                    <a:pt x="4804" y="6034"/>
                  </a:lnTo>
                  <a:cubicBezTo>
                    <a:pt x="4804" y="6235"/>
                    <a:pt x="4967" y="6397"/>
                    <a:pt x="5167" y="6397"/>
                  </a:cubicBezTo>
                  <a:lnTo>
                    <a:pt x="8440" y="6397"/>
                  </a:lnTo>
                  <a:cubicBezTo>
                    <a:pt x="8640" y="6397"/>
                    <a:pt x="8803" y="6235"/>
                    <a:pt x="8803" y="6034"/>
                  </a:cubicBezTo>
                  <a:lnTo>
                    <a:pt x="8803" y="5611"/>
                  </a:lnTo>
                  <a:cubicBezTo>
                    <a:pt x="8803" y="5411"/>
                    <a:pt x="8640" y="5249"/>
                    <a:pt x="8440" y="5249"/>
                  </a:cubicBezTo>
                  <a:lnTo>
                    <a:pt x="5966" y="5249"/>
                  </a:lnTo>
                  <a:lnTo>
                    <a:pt x="5966" y="2069"/>
                  </a:lnTo>
                  <a:cubicBezTo>
                    <a:pt x="5966" y="1869"/>
                    <a:pt x="5804" y="1706"/>
                    <a:pt x="5604" y="1706"/>
                  </a:cubicBezTo>
                  <a:lnTo>
                    <a:pt x="5180" y="1706"/>
                  </a:lnTo>
                  <a:cubicBezTo>
                    <a:pt x="4980" y="1706"/>
                    <a:pt x="4818" y="1869"/>
                    <a:pt x="4818" y="2069"/>
                  </a:cubicBezTo>
                  <a:lnTo>
                    <a:pt x="4818" y="5514"/>
                  </a:lnTo>
                  <a:close/>
                </a:path>
              </a:pathLst>
            </a:custGeom>
            <a:solidFill>
              <a:srgbClr val="122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22E66"/>
                </a:solidFill>
                <a:effectLst/>
                <a:uLnTx/>
                <a:uFillTx/>
                <a:latin typeface="Arial"/>
                <a:cs typeface="+mn-ea"/>
              </a:endParaRPr>
            </a:p>
          </p:txBody>
        </p: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3FE8B00D-ADB2-D0CE-179C-1083AF70837E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7350" y="5605502"/>
              <a:ext cx="369332" cy="369332"/>
            </a:xfrm>
            <a:prstGeom prst="rect">
              <a:avLst/>
            </a:prstGeom>
          </p:spPr>
        </p:pic>
        <p:pic>
          <p:nvPicPr>
            <p:cNvPr id="71" name="图形 70">
              <a:extLst>
                <a:ext uri="{FF2B5EF4-FFF2-40B4-BE49-F238E27FC236}">
                  <a16:creationId xmlns:a16="http://schemas.microsoft.com/office/drawing/2014/main" id="{B780DA89-4E10-8F7B-133D-3394306B9E19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27423" y="5640228"/>
              <a:ext cx="292924" cy="292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348174"/>
      </p:ext>
    </p:extLst>
  </p:cSld>
  <p:clrMapOvr>
    <a:masterClrMapping/>
  </p:clrMapOvr>
</p:sld>
</file>

<file path=ppt/theme/theme1.xml><?xml version="1.0" encoding="utf-8"?>
<a:theme xmlns:a="http://schemas.openxmlformats.org/drawingml/2006/main" name="木卫林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E58A3"/>
      </a:accent1>
      <a:accent2>
        <a:srgbClr val="2673B7"/>
      </a:accent2>
      <a:accent3>
        <a:srgbClr val="92B6D0"/>
      </a:accent3>
      <a:accent4>
        <a:srgbClr val="4C7CA0"/>
      </a:accent4>
      <a:accent5>
        <a:srgbClr val="5E7A86"/>
      </a:accent5>
      <a:accent6>
        <a:srgbClr val="D9D9D9"/>
      </a:accent6>
      <a:hlink>
        <a:srgbClr val="F84D4D"/>
      </a:hlink>
      <a:folHlink>
        <a:srgbClr val="BFBFBF"/>
      </a:folHlink>
    </a:clrScheme>
    <a:fontScheme name="自定义 1">
      <a:majorFont>
        <a:latin typeface="Arial"/>
        <a:ea typeface="思源黑体 CN Regular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E58A3"/>
    </a:accent1>
    <a:accent2>
      <a:srgbClr val="2673B7"/>
    </a:accent2>
    <a:accent3>
      <a:srgbClr val="92B6D0"/>
    </a:accent3>
    <a:accent4>
      <a:srgbClr val="4C7CA0"/>
    </a:accent4>
    <a:accent5>
      <a:srgbClr val="5E7A86"/>
    </a:accent5>
    <a:accent6>
      <a:srgbClr val="D9D9D9"/>
    </a:accent6>
    <a:hlink>
      <a:srgbClr val="F84D4D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962</Words>
  <Application>Microsoft Office PowerPoint</Application>
  <PresentationFormat>宽屏</PresentationFormat>
  <Paragraphs>139</Paragraphs>
  <Slides>22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OPPOSans B</vt:lpstr>
      <vt:lpstr>思源黑体 CN Bold</vt:lpstr>
      <vt:lpstr>思源黑体 CN Heavy</vt:lpstr>
      <vt:lpstr>思源黑体 CN Light</vt:lpstr>
      <vt:lpstr>思源黑体 CN Regular</vt:lpstr>
      <vt:lpstr>思源宋体 CN Heavy</vt:lpstr>
      <vt:lpstr>Arial</vt:lpstr>
      <vt:lpstr>Impact</vt:lpstr>
      <vt:lpstr>Perpetua Titling MT</vt:lpstr>
      <vt:lpstr>Wingdings</vt:lpstr>
      <vt:lpstr>木卫林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木卫林</Manager>
  <Company>木卫林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木卫林-学术PPT模板</dc:subject>
  <dc:creator>木卫林</dc:creator>
  <cp:lastModifiedBy>千和 樱井</cp:lastModifiedBy>
  <cp:revision>15</cp:revision>
  <dcterms:created xsi:type="dcterms:W3CDTF">2022-05-27T03:56:14Z</dcterms:created>
  <dcterms:modified xsi:type="dcterms:W3CDTF">2026-05-19T13:25:21Z</dcterms:modified>
</cp:coreProperties>
</file>