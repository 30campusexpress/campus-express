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theme/themeOverride10.xml" ContentType="application/vnd.openxmlformats-officedocument.themeOverride+xml"/>
  <Override PartName="/ppt/theme/themeOverride11.xml" ContentType="application/vnd.openxmlformats-officedocument.themeOverride+xml"/>
  <Override PartName="/ppt/theme/themeOverride12.xml" ContentType="application/vnd.openxmlformats-officedocument.themeOverride+xml"/>
  <Override PartName="/ppt/theme/themeOverride13.xml" ContentType="application/vnd.openxmlformats-officedocument.themeOverride+xml"/>
  <Override PartName="/ppt/theme/themeOverride14.xml" ContentType="application/vnd.openxmlformats-officedocument.themeOverride+xml"/>
  <Override PartName="/ppt/theme/themeOverride15.xml" ContentType="application/vnd.openxmlformats-officedocument.themeOverride+xml"/>
  <Override PartName="/ppt/theme/themeOverride16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8" r:id="rId2"/>
    <p:sldId id="259" r:id="rId3"/>
    <p:sldId id="270" r:id="rId4"/>
    <p:sldId id="276" r:id="rId5"/>
    <p:sldId id="271" r:id="rId6"/>
    <p:sldId id="278" r:id="rId7"/>
    <p:sldId id="272" r:id="rId8"/>
    <p:sldId id="274" r:id="rId9"/>
    <p:sldId id="287" r:id="rId10"/>
    <p:sldId id="279" r:id="rId11"/>
    <p:sldId id="283" r:id="rId12"/>
    <p:sldId id="273" r:id="rId13"/>
    <p:sldId id="280" r:id="rId14"/>
    <p:sldId id="282" r:id="rId15"/>
    <p:sldId id="286" r:id="rId16"/>
    <p:sldId id="277" r:id="rId17"/>
    <p:sldId id="281" r:id="rId18"/>
    <p:sldId id="288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B91D6FCC-9EC5-472C-BA06-20993D1C5881}">
          <p14:sldIdLst>
            <p14:sldId id="268"/>
            <p14:sldId id="259"/>
            <p14:sldId id="270"/>
            <p14:sldId id="276"/>
            <p14:sldId id="271"/>
            <p14:sldId id="278"/>
            <p14:sldId id="272"/>
            <p14:sldId id="274"/>
            <p14:sldId id="287"/>
            <p14:sldId id="279"/>
            <p14:sldId id="283"/>
            <p14:sldId id="273"/>
            <p14:sldId id="280"/>
            <p14:sldId id="282"/>
            <p14:sldId id="286"/>
            <p14:sldId id="277"/>
            <p14:sldId id="281"/>
            <p14:sldId id="28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22E66"/>
    <a:srgbClr val="4C7CA0"/>
    <a:srgbClr val="92B6D0"/>
    <a:srgbClr val="A6A6A6"/>
    <a:srgbClr val="D9D9D9"/>
    <a:srgbClr val="5E7A86"/>
    <a:srgbClr val="2673B7"/>
    <a:srgbClr val="0E58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0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092239C-3B8D-4962-B382-D909844F97BF}" type="doc">
      <dgm:prSet loTypeId="urn:microsoft.com/office/officeart/2008/layout/AlternatingPictureBlocks" loCatId="picture" qsTypeId="urn:microsoft.com/office/officeart/2005/8/quickstyle/simple1" qsCatId="simple" csTypeId="urn:microsoft.com/office/officeart/2005/8/colors/accent1_2" csCatId="accent1" phldr="1"/>
      <dgm:spPr/>
    </dgm:pt>
    <dgm:pt modelId="{A180C562-F6DB-4FA9-BDD5-D2B1C9F1218C}">
      <dgm:prSet phldrT="[文本]"/>
      <dgm:spPr>
        <a:solidFill>
          <a:schemeClr val="bg1">
            <a:lumMod val="95000"/>
          </a:schemeClr>
        </a:solidFill>
      </dgm:spPr>
      <dgm:t>
        <a:bodyPr/>
        <a:lstStyle/>
        <a:p>
          <a:r>
            <a:rPr lang="en-US" altLang="zh-CN" dirty="0"/>
            <a:t> </a:t>
          </a:r>
          <a:endParaRPr lang="zh-CN" altLang="en-US" dirty="0"/>
        </a:p>
      </dgm:t>
    </dgm:pt>
    <dgm:pt modelId="{48C002A6-6C54-48E8-8441-6A3A0A92213D}" type="parTrans" cxnId="{242A01A1-B956-4812-AC88-953CD1FEF9DB}">
      <dgm:prSet/>
      <dgm:spPr/>
      <dgm:t>
        <a:bodyPr/>
        <a:lstStyle/>
        <a:p>
          <a:endParaRPr lang="zh-CN" altLang="en-US"/>
        </a:p>
      </dgm:t>
    </dgm:pt>
    <dgm:pt modelId="{6343AA5A-C985-4CC0-8FAA-F42CBDCD5F43}" type="sibTrans" cxnId="{242A01A1-B956-4812-AC88-953CD1FEF9DB}">
      <dgm:prSet/>
      <dgm:spPr/>
      <dgm:t>
        <a:bodyPr/>
        <a:lstStyle/>
        <a:p>
          <a:endParaRPr lang="zh-CN" altLang="en-US"/>
        </a:p>
      </dgm:t>
    </dgm:pt>
    <dgm:pt modelId="{BE9B0945-9DBA-4959-84BF-8C0263CD373F}">
      <dgm:prSet phldrT="[文本]"/>
      <dgm:spPr>
        <a:solidFill>
          <a:schemeClr val="bg1">
            <a:lumMod val="95000"/>
          </a:schemeClr>
        </a:solidFill>
      </dgm:spPr>
      <dgm:t>
        <a:bodyPr/>
        <a:lstStyle/>
        <a:p>
          <a:r>
            <a:rPr lang="en-US" altLang="zh-CN" dirty="0"/>
            <a:t> </a:t>
          </a:r>
          <a:endParaRPr lang="zh-CN" altLang="en-US" dirty="0"/>
        </a:p>
      </dgm:t>
    </dgm:pt>
    <dgm:pt modelId="{FA00503C-51AF-4582-AE9E-0FBC09BD4AFA}" type="parTrans" cxnId="{F7650EE6-49CF-45E8-9892-1C3206C0A9F5}">
      <dgm:prSet/>
      <dgm:spPr/>
      <dgm:t>
        <a:bodyPr/>
        <a:lstStyle/>
        <a:p>
          <a:endParaRPr lang="zh-CN" altLang="en-US"/>
        </a:p>
      </dgm:t>
    </dgm:pt>
    <dgm:pt modelId="{837393E3-3C9E-4C6C-A18D-36DF1345C586}" type="sibTrans" cxnId="{F7650EE6-49CF-45E8-9892-1C3206C0A9F5}">
      <dgm:prSet/>
      <dgm:spPr/>
      <dgm:t>
        <a:bodyPr/>
        <a:lstStyle/>
        <a:p>
          <a:endParaRPr lang="zh-CN" altLang="en-US"/>
        </a:p>
      </dgm:t>
    </dgm:pt>
    <dgm:pt modelId="{6A9767C2-30FD-4664-BBD7-0AEBD082DC7D}" type="pres">
      <dgm:prSet presAssocID="{F092239C-3B8D-4962-B382-D909844F97BF}" presName="linearFlow" presStyleCnt="0">
        <dgm:presLayoutVars>
          <dgm:dir/>
          <dgm:resizeHandles val="exact"/>
        </dgm:presLayoutVars>
      </dgm:prSet>
      <dgm:spPr/>
    </dgm:pt>
    <dgm:pt modelId="{2ED993FF-95A5-4E0D-9E86-B24195A76434}" type="pres">
      <dgm:prSet presAssocID="{A180C562-F6DB-4FA9-BDD5-D2B1C9F1218C}" presName="comp" presStyleCnt="0"/>
      <dgm:spPr/>
    </dgm:pt>
    <dgm:pt modelId="{377921B8-F9A3-4B4A-9225-4B0A30C1C0B7}" type="pres">
      <dgm:prSet presAssocID="{A180C562-F6DB-4FA9-BDD5-D2B1C9F1218C}" presName="rect2" presStyleLbl="node1" presStyleIdx="0" presStyleCnt="2" custScaleX="217479" custLinFactNeighborX="-17470" custLinFactNeighborY="-2212">
        <dgm:presLayoutVars>
          <dgm:bulletEnabled val="1"/>
        </dgm:presLayoutVars>
      </dgm:prSet>
      <dgm:spPr/>
    </dgm:pt>
    <dgm:pt modelId="{D26708FB-0059-429E-838D-E42DA7B2E0E4}" type="pres">
      <dgm:prSet presAssocID="{A180C562-F6DB-4FA9-BDD5-D2B1C9F1218C}" presName="rect1" presStyleLbl="lnNode1" presStyleIdx="0" presStyleCnt="2" custScaleX="2311" custLinFactNeighborX="5391" custLinFactNeighborY="-1150"/>
      <dgm:spPr/>
    </dgm:pt>
    <dgm:pt modelId="{7AF367CD-878B-4A2A-AB07-D3B0D4F6869E}" type="pres">
      <dgm:prSet presAssocID="{6343AA5A-C985-4CC0-8FAA-F42CBDCD5F43}" presName="sibTrans" presStyleCnt="0"/>
      <dgm:spPr/>
    </dgm:pt>
    <dgm:pt modelId="{205D1F46-6555-4A6C-8D96-B2C46C045285}" type="pres">
      <dgm:prSet presAssocID="{BE9B0945-9DBA-4959-84BF-8C0263CD373F}" presName="comp" presStyleCnt="0"/>
      <dgm:spPr/>
    </dgm:pt>
    <dgm:pt modelId="{4AC05BC5-EB14-4EAA-926E-9C3690A49641}" type="pres">
      <dgm:prSet presAssocID="{BE9B0945-9DBA-4959-84BF-8C0263CD373F}" presName="rect2" presStyleLbl="node1" presStyleIdx="1" presStyleCnt="2" custScaleX="213282" custLinFactNeighborX="398" custLinFactNeighborY="-2346">
        <dgm:presLayoutVars>
          <dgm:bulletEnabled val="1"/>
        </dgm:presLayoutVars>
      </dgm:prSet>
      <dgm:spPr/>
    </dgm:pt>
    <dgm:pt modelId="{C7A6443A-96DE-44B6-B2A4-A47B213F11F7}" type="pres">
      <dgm:prSet presAssocID="{BE9B0945-9DBA-4959-84BF-8C0263CD373F}" presName="rect1" presStyleLbl="lnNode1" presStyleIdx="1" presStyleCnt="2" custScaleX="2311" custLinFactNeighborX="-11185" custLinFactNeighborY="-1660"/>
      <dgm:spPr/>
    </dgm:pt>
  </dgm:ptLst>
  <dgm:cxnLst>
    <dgm:cxn modelId="{242A01A1-B956-4812-AC88-953CD1FEF9DB}" srcId="{F092239C-3B8D-4962-B382-D909844F97BF}" destId="{A180C562-F6DB-4FA9-BDD5-D2B1C9F1218C}" srcOrd="0" destOrd="0" parTransId="{48C002A6-6C54-48E8-8441-6A3A0A92213D}" sibTransId="{6343AA5A-C985-4CC0-8FAA-F42CBDCD5F43}"/>
    <dgm:cxn modelId="{B34996A5-AD77-47E6-9F5F-CD190DBE490D}" type="presOf" srcId="{BE9B0945-9DBA-4959-84BF-8C0263CD373F}" destId="{4AC05BC5-EB14-4EAA-926E-9C3690A49641}" srcOrd="0" destOrd="0" presId="urn:microsoft.com/office/officeart/2008/layout/AlternatingPictureBlocks"/>
    <dgm:cxn modelId="{D18D0ECA-3ECE-4DBD-B3C6-87723A95C64D}" type="presOf" srcId="{A180C562-F6DB-4FA9-BDD5-D2B1C9F1218C}" destId="{377921B8-F9A3-4B4A-9225-4B0A30C1C0B7}" srcOrd="0" destOrd="0" presId="urn:microsoft.com/office/officeart/2008/layout/AlternatingPictureBlocks"/>
    <dgm:cxn modelId="{F34CC6E3-D76F-4BCD-AF4E-D6C5AF6E6D99}" type="presOf" srcId="{F092239C-3B8D-4962-B382-D909844F97BF}" destId="{6A9767C2-30FD-4664-BBD7-0AEBD082DC7D}" srcOrd="0" destOrd="0" presId="urn:microsoft.com/office/officeart/2008/layout/AlternatingPictureBlocks"/>
    <dgm:cxn modelId="{F7650EE6-49CF-45E8-9892-1C3206C0A9F5}" srcId="{F092239C-3B8D-4962-B382-D909844F97BF}" destId="{BE9B0945-9DBA-4959-84BF-8C0263CD373F}" srcOrd="1" destOrd="0" parTransId="{FA00503C-51AF-4582-AE9E-0FBC09BD4AFA}" sibTransId="{837393E3-3C9E-4C6C-A18D-36DF1345C586}"/>
    <dgm:cxn modelId="{BFDC2694-4330-4C3B-A21B-849BB1DF91C6}" type="presParOf" srcId="{6A9767C2-30FD-4664-BBD7-0AEBD082DC7D}" destId="{2ED993FF-95A5-4E0D-9E86-B24195A76434}" srcOrd="0" destOrd="0" presId="urn:microsoft.com/office/officeart/2008/layout/AlternatingPictureBlocks"/>
    <dgm:cxn modelId="{4B8E714A-8786-41B9-9E08-E9E5AA3391EE}" type="presParOf" srcId="{2ED993FF-95A5-4E0D-9E86-B24195A76434}" destId="{377921B8-F9A3-4B4A-9225-4B0A30C1C0B7}" srcOrd="0" destOrd="0" presId="urn:microsoft.com/office/officeart/2008/layout/AlternatingPictureBlocks"/>
    <dgm:cxn modelId="{5B6B11AE-085A-40F4-AD3B-7270D84C0AA2}" type="presParOf" srcId="{2ED993FF-95A5-4E0D-9E86-B24195A76434}" destId="{D26708FB-0059-429E-838D-E42DA7B2E0E4}" srcOrd="1" destOrd="0" presId="urn:microsoft.com/office/officeart/2008/layout/AlternatingPictureBlocks"/>
    <dgm:cxn modelId="{F0E5750A-BF4F-476D-888F-E815D2BCA641}" type="presParOf" srcId="{6A9767C2-30FD-4664-BBD7-0AEBD082DC7D}" destId="{7AF367CD-878B-4A2A-AB07-D3B0D4F6869E}" srcOrd="1" destOrd="0" presId="urn:microsoft.com/office/officeart/2008/layout/AlternatingPictureBlocks"/>
    <dgm:cxn modelId="{CBEEA72C-4556-4069-B143-F219A5FBFD82}" type="presParOf" srcId="{6A9767C2-30FD-4664-BBD7-0AEBD082DC7D}" destId="{205D1F46-6555-4A6C-8D96-B2C46C045285}" srcOrd="2" destOrd="0" presId="urn:microsoft.com/office/officeart/2008/layout/AlternatingPictureBlocks"/>
    <dgm:cxn modelId="{914564C9-1353-4EFE-9566-F379A7364FAF}" type="presParOf" srcId="{205D1F46-6555-4A6C-8D96-B2C46C045285}" destId="{4AC05BC5-EB14-4EAA-926E-9C3690A49641}" srcOrd="0" destOrd="0" presId="urn:microsoft.com/office/officeart/2008/layout/AlternatingPictureBlocks"/>
    <dgm:cxn modelId="{E8286B09-9995-40BE-900E-B616ED659686}" type="presParOf" srcId="{205D1F46-6555-4A6C-8D96-B2C46C045285}" destId="{C7A6443A-96DE-44B6-B2A4-A47B213F11F7}" srcOrd="1" destOrd="0" presId="urn:microsoft.com/office/officeart/2008/layout/AlternatingPictureBlock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7921B8-F9A3-4B4A-9225-4B0A30C1C0B7}">
      <dsp:nvSpPr>
        <dsp:cNvPr id="0" name=""/>
        <dsp:cNvSpPr/>
      </dsp:nvSpPr>
      <dsp:spPr>
        <a:xfrm>
          <a:off x="-396676" y="0"/>
          <a:ext cx="9609746" cy="1998507"/>
        </a:xfrm>
        <a:prstGeom prst="rect">
          <a:avLst/>
        </a:prstGeom>
        <a:solidFill>
          <a:schemeClr val="bg1">
            <a:lumMod val="9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6500" kern="1200" dirty="0"/>
            <a:t> </a:t>
          </a:r>
          <a:endParaRPr lang="zh-CN" altLang="en-US" sz="6500" kern="1200" dirty="0"/>
        </a:p>
      </dsp:txBody>
      <dsp:txXfrm>
        <a:off x="-396676" y="0"/>
        <a:ext cx="9609746" cy="1998507"/>
      </dsp:txXfrm>
    </dsp:sp>
    <dsp:sp modelId="{D26708FB-0059-429E-838D-E42DA7B2E0E4}">
      <dsp:nvSpPr>
        <dsp:cNvPr id="0" name=""/>
        <dsp:cNvSpPr/>
      </dsp:nvSpPr>
      <dsp:spPr>
        <a:xfrm>
          <a:off x="1095533" y="0"/>
          <a:ext cx="45723" cy="199850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C05BC5-EB14-4EAA-926E-9C3690A49641}">
      <dsp:nvSpPr>
        <dsp:cNvPr id="0" name=""/>
        <dsp:cNvSpPr/>
      </dsp:nvSpPr>
      <dsp:spPr>
        <a:xfrm>
          <a:off x="-303949" y="2282395"/>
          <a:ext cx="9424293" cy="1998507"/>
        </a:xfrm>
        <a:prstGeom prst="rect">
          <a:avLst/>
        </a:prstGeom>
        <a:solidFill>
          <a:schemeClr val="bg1">
            <a:lumMod val="9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6500" kern="1200" dirty="0"/>
            <a:t> </a:t>
          </a:r>
          <a:endParaRPr lang="zh-CN" altLang="en-US" sz="6500" kern="1200" dirty="0"/>
        </a:p>
      </dsp:txBody>
      <dsp:txXfrm>
        <a:off x="-303949" y="2282395"/>
        <a:ext cx="9424293" cy="1998507"/>
      </dsp:txXfrm>
    </dsp:sp>
    <dsp:sp modelId="{C7A6443A-96DE-44B6-B2A4-A47B213F11F7}">
      <dsp:nvSpPr>
        <dsp:cNvPr id="0" name=""/>
        <dsp:cNvSpPr/>
      </dsp:nvSpPr>
      <dsp:spPr>
        <a:xfrm>
          <a:off x="7560501" y="2296105"/>
          <a:ext cx="45723" cy="199850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AlternatingPictureBlocks">
  <dgm:title val=""/>
  <dgm:desc val=""/>
  <dgm:catLst>
    <dgm:cat type="picture" pri="15000"/>
    <dgm:cat type="pictureconvert" pri="15000"/>
    <dgm:cat type="list" pri="135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ch" forName="comp" refType="w"/>
      <dgm:constr type="h" for="ch" forName="comp" refType="h"/>
      <dgm:constr type="h" for="ch" forName="sibTrans" refType="w" refFor="ch" refForName="comp" op="equ" fact="0.05"/>
    </dgm:constrLst>
    <dgm:ruleLst/>
    <dgm:forEach name="Name0" axis="ch" ptType="node">
      <dgm:layoutNode name="comp" styleLbl="node1">
        <dgm:alg type="composite">
          <dgm:param type="ar" val="3.30"/>
        </dgm:alg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hoose name="Name4">
              <dgm:if name="Name5" axis="desOrSelf" ptType="node" func="posOdd" op="equ" val="1">
                <dgm:constrLst>
                  <dgm:constr type="l" for="ch" forName="rect1" refType="w" fact="0"/>
                  <dgm:constr type="t" for="ch" forName="rect1" refType="h" fact="0"/>
                  <dgm:constr type="w" for="ch" forName="rect1" refType="w" fact="0.3"/>
                  <dgm:constr type="h" for="ch" forName="rect1" refType="h"/>
                  <dgm:constr type="l" for="ch" forName="rect2" refType="w" fact="0.33"/>
                  <dgm:constr type="t" for="ch" forName="rect2" refType="h" fact="0"/>
                  <dgm:constr type="w" for="ch" forName="rect2" refType="w" fact="0.67"/>
                  <dgm:constr type="h" for="ch" forName="rect2" refType="h"/>
                </dgm:constrLst>
              </dgm:if>
              <dgm:else name="Name6">
                <dgm:constrLst>
                  <dgm:constr type="l" for="ch" forName="rect1" refType="w" fact="0.7"/>
                  <dgm:constr type="t" for="ch" forName="rect1" refType="h" fact="0"/>
                  <dgm:constr type="w" for="ch" forName="rect1" refType="w" fact="0.3"/>
                  <dgm:constr type="h" for="ch" forName="rect1" refType="h"/>
                  <dgm:constr type="l" for="ch" forName="rect2" refType="w" fact="0"/>
                  <dgm:constr type="t" for="ch" forName="rect2" refType="h" fact="0"/>
                  <dgm:constr type="w" for="ch" forName="rect2" refType="w" fact="0.67"/>
                  <dgm:constr type="h" for="ch" forName="rect2" refType="h"/>
                </dgm:constrLst>
              </dgm:else>
            </dgm:choose>
          </dgm:if>
          <dgm:else name="Name3">
            <dgm:choose name="Name7">
              <dgm:if name="Name8" axis="desOrSelf" ptType="node" func="posOdd" op="equ" val="1">
                <dgm:constrLst>
                  <dgm:constr type="l" for="ch" forName="rect1" refType="w" fact="0.7"/>
                  <dgm:constr type="t" for="ch" forName="rect1" refType="h" fact="0"/>
                  <dgm:constr type="w" for="ch" forName="rect1" refType="w" fact="0.3"/>
                  <dgm:constr type="h" for="ch" forName="rect1" refType="h"/>
                  <dgm:constr type="l" for="ch" forName="rect2" refType="w" fact="0"/>
                  <dgm:constr type="t" for="ch" forName="rect2" refType="h" fact="0"/>
                  <dgm:constr type="w" for="ch" forName="rect2" refType="w" fact="0.67"/>
                  <dgm:constr type="h" for="ch" forName="rect2" refType="h"/>
                </dgm:constrLst>
              </dgm:if>
              <dgm:else name="Name9">
                <dgm:constrLst>
                  <dgm:constr type="l" for="ch" forName="rect1" refType="w" fact="0"/>
                  <dgm:constr type="t" for="ch" forName="rect1" refType="h" fact="0"/>
                  <dgm:constr type="w" for="ch" forName="rect1" refType="w" fact="0.3"/>
                  <dgm:constr type="h" for="ch" forName="rect1" refType="h"/>
                  <dgm:constr type="l" for="ch" forName="rect2" refType="w" fact="0.33"/>
                  <dgm:constr type="t" for="ch" forName="rect2" refType="h" fact="0"/>
                  <dgm:constr type="w" for="ch" forName="rect2" refType="w" fact="0.67"/>
                  <dgm:constr type="h" for="ch" forName="rect2" refType="h"/>
                </dgm:constrLst>
              </dgm:else>
            </dgm:choose>
          </dgm:else>
        </dgm:choose>
        <dgm:ruleLst/>
        <dgm:layoutNode name="rect2" styleLbl="node1">
          <dgm:varLst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rect1" styleLbl="lnNod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木卫林制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1827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BC14EC5A-C194-408E-CCF3-8B525707052B}"/>
              </a:ext>
            </a:extLst>
          </p:cNvPr>
          <p:cNvSpPr txBox="1"/>
          <p:nvPr userDrawn="1"/>
        </p:nvSpPr>
        <p:spPr>
          <a:xfrm>
            <a:off x="0" y="0"/>
            <a:ext cx="1357459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" dirty="0">
                <a:solidFill>
                  <a:schemeClr val="bg1"/>
                </a:solidFill>
              </a:rPr>
              <a:t>木卫林</a:t>
            </a:r>
          </a:p>
        </p:txBody>
      </p:sp>
    </p:spTree>
    <p:extLst>
      <p:ext uri="{BB962C8B-B14F-4D97-AF65-F5344CB8AC3E}">
        <p14:creationId xmlns:p14="http://schemas.microsoft.com/office/powerpoint/2010/main" val="598653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2184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5825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117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4406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523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4758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7805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8717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55014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木卫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58786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54166B3-D0D8-E67D-ECB8-72D3F47305A8}"/>
              </a:ext>
            </a:extLst>
          </p:cNvPr>
          <p:cNvSpPr txBox="1"/>
          <p:nvPr userDrawn="1"/>
        </p:nvSpPr>
        <p:spPr>
          <a:xfrm>
            <a:off x="0" y="-11947"/>
            <a:ext cx="2733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" dirty="0">
                <a:solidFill>
                  <a:schemeClr val="bg1"/>
                </a:solidFill>
              </a:rPr>
              <a:t>木卫林</a:t>
            </a:r>
          </a:p>
        </p:txBody>
      </p:sp>
    </p:spTree>
    <p:extLst>
      <p:ext uri="{BB962C8B-B14F-4D97-AF65-F5344CB8AC3E}">
        <p14:creationId xmlns:p14="http://schemas.microsoft.com/office/powerpoint/2010/main" val="2003094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3.xml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1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ṡ1íḋe"/>
          <p:cNvSpPr/>
          <p:nvPr/>
        </p:nvSpPr>
        <p:spPr>
          <a:xfrm>
            <a:off x="-11552" y="-1"/>
            <a:ext cx="12215105" cy="620689"/>
          </a:xfrm>
          <a:prstGeom prst="rect">
            <a:avLst/>
          </a:prstGeom>
          <a:solidFill>
            <a:srgbClr val="0E41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249485" y="2855406"/>
            <a:ext cx="572464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spc="600" dirty="0">
                <a:solidFill>
                  <a:schemeClr val="bg1"/>
                </a:solidFill>
                <a:latin typeface="+mn-ea"/>
                <a:cs typeface="+mn-ea"/>
              </a:rPr>
              <a:t>毕业论文答辩模板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249485" y="3782884"/>
            <a:ext cx="56252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spc="600" dirty="0">
                <a:solidFill>
                  <a:schemeClr val="bg1"/>
                </a:solidFill>
                <a:latin typeface="Arial" panose="020B0604020202020204" pitchFamily="34" charset="0"/>
                <a:cs typeface="+mn-ea"/>
              </a:rPr>
              <a:t>Graduation thesis defense template</a:t>
            </a:r>
            <a:endParaRPr lang="zh-CN" altLang="en-US" sz="1400" spc="600" dirty="0">
              <a:solidFill>
                <a:schemeClr val="bg1"/>
              </a:solidFill>
              <a:latin typeface="Arial" panose="020B0604020202020204" pitchFamily="34" charset="0"/>
              <a:cs typeface="+mn-ea"/>
            </a:endParaRPr>
          </a:p>
        </p:txBody>
      </p:sp>
      <p:sp>
        <p:nvSpPr>
          <p:cNvPr id="5" name="iṡḻîdê"/>
          <p:cNvSpPr/>
          <p:nvPr/>
        </p:nvSpPr>
        <p:spPr>
          <a:xfrm>
            <a:off x="0" y="0"/>
            <a:ext cx="12192000" cy="3445288"/>
          </a:xfrm>
          <a:prstGeom prst="rect">
            <a:avLst/>
          </a:prstGeom>
          <a:solidFill>
            <a:srgbClr val="122E66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9" name="iš1íḍè"/>
          <p:cNvSpPr/>
          <p:nvPr/>
        </p:nvSpPr>
        <p:spPr>
          <a:xfrm>
            <a:off x="274736" y="404664"/>
            <a:ext cx="11608824" cy="59555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1600" sx="101000" sy="101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500" b="1" i="0" u="none" strike="noStrike" kern="1200" cap="none" spc="300" normalizeH="0" baseline="0" noProof="0" dirty="0">
              <a:ln>
                <a:noFill/>
              </a:ln>
              <a:solidFill>
                <a:srgbClr val="D9D9D9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95A38F16-B526-24A5-90B1-BDE8B02607EF}"/>
              </a:ext>
            </a:extLst>
          </p:cNvPr>
          <p:cNvGrpSpPr/>
          <p:nvPr/>
        </p:nvGrpSpPr>
        <p:grpSpPr>
          <a:xfrm>
            <a:off x="1966167" y="2396773"/>
            <a:ext cx="8648110" cy="1222376"/>
            <a:chOff x="1966166" y="2584836"/>
            <a:chExt cx="8648110" cy="1222376"/>
          </a:xfrm>
        </p:grpSpPr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CD3814CA-7B12-0B2B-2BD5-E5D48E682FA1}"/>
                </a:ext>
              </a:extLst>
            </p:cNvPr>
            <p:cNvSpPr txBox="1"/>
            <p:nvPr/>
          </p:nvSpPr>
          <p:spPr>
            <a:xfrm>
              <a:off x="1966166" y="2584836"/>
              <a:ext cx="8560406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4800" b="1" spc="600" dirty="0">
                  <a:solidFill>
                    <a:srgbClr val="122E66"/>
                  </a:solidFill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+mn-ea"/>
                </a:rPr>
                <a:t>校园快递代取跑腿管理系统</a:t>
              </a:r>
            </a:p>
          </p:txBody>
        </p: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48BEFA39-E263-A1B0-2AE3-736533A567BA}"/>
                </a:ext>
              </a:extLst>
            </p:cNvPr>
            <p:cNvSpPr txBox="1"/>
            <p:nvPr/>
          </p:nvSpPr>
          <p:spPr>
            <a:xfrm>
              <a:off x="2015447" y="3499435"/>
              <a:ext cx="859882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spc="600" dirty="0">
                  <a:solidFill>
                    <a:srgbClr val="122E66"/>
                  </a:solidFill>
                  <a:latin typeface="Arial" panose="020B0604020202020204" pitchFamily="34" charset="0"/>
                  <a:cs typeface="+mn-ea"/>
                </a:rPr>
                <a:t>Campus Courier Pickup and Errand Management System</a:t>
              </a:r>
            </a:p>
          </p:txBody>
        </p:sp>
      </p:grpSp>
      <p:sp>
        <p:nvSpPr>
          <p:cNvPr id="58" name="文本框 57">
            <a:extLst>
              <a:ext uri="{FF2B5EF4-FFF2-40B4-BE49-F238E27FC236}">
                <a16:creationId xmlns:a16="http://schemas.microsoft.com/office/drawing/2014/main" id="{11FCE8F0-B43B-9F87-99EC-FEEFF4CEAEA8}"/>
              </a:ext>
            </a:extLst>
          </p:cNvPr>
          <p:cNvSpPr txBox="1"/>
          <p:nvPr/>
        </p:nvSpPr>
        <p:spPr>
          <a:xfrm>
            <a:off x="4347689" y="4130605"/>
            <a:ext cx="32928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spc="300" dirty="0">
                <a:solidFill>
                  <a:srgbClr val="122E66"/>
                </a:solidFill>
                <a:latin typeface="+mn-ea"/>
                <a:cs typeface="+mn-ea"/>
              </a:rPr>
              <a:t>计算机科学与技术</a:t>
            </a:r>
            <a:r>
              <a:rPr lang="en-US" altLang="zh-CN" sz="1600" spc="300" dirty="0">
                <a:solidFill>
                  <a:srgbClr val="122E66"/>
                </a:solidFill>
                <a:latin typeface="+mn-ea"/>
                <a:cs typeface="+mn-ea"/>
              </a:rPr>
              <a:t>4</a:t>
            </a:r>
            <a:r>
              <a:rPr lang="zh-CN" altLang="en-US" sz="1600" spc="300" dirty="0">
                <a:solidFill>
                  <a:srgbClr val="122E66"/>
                </a:solidFill>
                <a:latin typeface="+mn-ea"/>
                <a:cs typeface="+mn-ea"/>
              </a:rPr>
              <a:t>班丨</a:t>
            </a:r>
            <a:r>
              <a:rPr lang="en-US" altLang="zh-CN" sz="1600" spc="300" dirty="0">
                <a:solidFill>
                  <a:srgbClr val="122E66"/>
                </a:solidFill>
                <a:latin typeface="+mn-ea"/>
                <a:cs typeface="+mn-ea"/>
              </a:rPr>
              <a:t>30</a:t>
            </a:r>
            <a:r>
              <a:rPr lang="zh-CN" altLang="en-US" sz="1600" spc="300" dirty="0">
                <a:solidFill>
                  <a:srgbClr val="122E66"/>
                </a:solidFill>
                <a:latin typeface="+mn-ea"/>
                <a:cs typeface="+mn-ea"/>
              </a:rPr>
              <a:t>组</a:t>
            </a:r>
          </a:p>
        </p:txBody>
      </p:sp>
      <p:sp>
        <p:nvSpPr>
          <p:cNvPr id="65" name="流程图: 离页连接符 64">
            <a:extLst>
              <a:ext uri="{FF2B5EF4-FFF2-40B4-BE49-F238E27FC236}">
                <a16:creationId xmlns:a16="http://schemas.microsoft.com/office/drawing/2014/main" id="{FBF1EF55-563F-08A9-CED4-80216D1E88E1}"/>
              </a:ext>
            </a:extLst>
          </p:cNvPr>
          <p:cNvSpPr/>
          <p:nvPr/>
        </p:nvSpPr>
        <p:spPr>
          <a:xfrm>
            <a:off x="5519936" y="0"/>
            <a:ext cx="1152128" cy="1152128"/>
          </a:xfrm>
          <a:prstGeom prst="flowChartOffpageConnector">
            <a:avLst/>
          </a:prstGeom>
          <a:solidFill>
            <a:srgbClr val="122E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66" name="graduate-man-hand-drawn-person_57251">
            <a:extLst>
              <a:ext uri="{FF2B5EF4-FFF2-40B4-BE49-F238E27FC236}">
                <a16:creationId xmlns:a16="http://schemas.microsoft.com/office/drawing/2014/main" id="{9745EEB3-2882-7736-424C-E5D9C57AC965}"/>
              </a:ext>
            </a:extLst>
          </p:cNvPr>
          <p:cNvSpPr/>
          <p:nvPr/>
        </p:nvSpPr>
        <p:spPr>
          <a:xfrm>
            <a:off x="5877134" y="209548"/>
            <a:ext cx="437729" cy="609685"/>
          </a:xfrm>
          <a:custGeom>
            <a:avLst/>
            <a:gdLst>
              <a:gd name="connsiteX0" fmla="*/ 83809 w 434872"/>
              <a:gd name="connsiteY0" fmla="*/ 581569 h 605705"/>
              <a:gd name="connsiteX1" fmla="*/ 82167 w 434872"/>
              <a:gd name="connsiteY1" fmla="*/ 583678 h 605705"/>
              <a:gd name="connsiteX2" fmla="*/ 88503 w 434872"/>
              <a:gd name="connsiteY2" fmla="*/ 584146 h 605705"/>
              <a:gd name="connsiteX3" fmla="*/ 86156 w 434872"/>
              <a:gd name="connsiteY3" fmla="*/ 581569 h 605705"/>
              <a:gd name="connsiteX4" fmla="*/ 83809 w 434872"/>
              <a:gd name="connsiteY4" fmla="*/ 581569 h 605705"/>
              <a:gd name="connsiteX5" fmla="*/ 337748 w 434872"/>
              <a:gd name="connsiteY5" fmla="*/ 504504 h 605705"/>
              <a:gd name="connsiteX6" fmla="*/ 314252 w 434872"/>
              <a:gd name="connsiteY6" fmla="*/ 509630 h 605705"/>
              <a:gd name="connsiteX7" fmla="*/ 290786 w 434872"/>
              <a:gd name="connsiteY7" fmla="*/ 521112 h 605705"/>
              <a:gd name="connsiteX8" fmla="*/ 283746 w 434872"/>
              <a:gd name="connsiteY8" fmla="*/ 528611 h 605705"/>
              <a:gd name="connsiteX9" fmla="*/ 314487 w 434872"/>
              <a:gd name="connsiteY9" fmla="*/ 529783 h 605705"/>
              <a:gd name="connsiteX10" fmla="*/ 359308 w 434872"/>
              <a:gd name="connsiteY10" fmla="*/ 510802 h 605705"/>
              <a:gd name="connsiteX11" fmla="*/ 337748 w 434872"/>
              <a:gd name="connsiteY11" fmla="*/ 504504 h 605705"/>
              <a:gd name="connsiteX12" fmla="*/ 88737 w 434872"/>
              <a:gd name="connsiteY12" fmla="*/ 451049 h 605705"/>
              <a:gd name="connsiteX13" fmla="*/ 70668 w 434872"/>
              <a:gd name="connsiteY13" fmla="*/ 462999 h 605705"/>
              <a:gd name="connsiteX14" fmla="*/ 72076 w 434872"/>
              <a:gd name="connsiteY14" fmla="*/ 462296 h 605705"/>
              <a:gd name="connsiteX15" fmla="*/ 88972 w 434872"/>
              <a:gd name="connsiteY15" fmla="*/ 451517 h 605705"/>
              <a:gd name="connsiteX16" fmla="*/ 88737 w 434872"/>
              <a:gd name="connsiteY16" fmla="*/ 451049 h 605705"/>
              <a:gd name="connsiteX17" fmla="*/ 109153 w 434872"/>
              <a:gd name="connsiteY17" fmla="*/ 408635 h 605705"/>
              <a:gd name="connsiteX18" fmla="*/ 117367 w 434872"/>
              <a:gd name="connsiteY18" fmla="*/ 409104 h 605705"/>
              <a:gd name="connsiteX19" fmla="*/ 195511 w 434872"/>
              <a:gd name="connsiteY19" fmla="*/ 466280 h 605705"/>
              <a:gd name="connsiteX20" fmla="*/ 180023 w 434872"/>
              <a:gd name="connsiteY20" fmla="*/ 430428 h 605705"/>
              <a:gd name="connsiteX21" fmla="*/ 187532 w 434872"/>
              <a:gd name="connsiteY21" fmla="*/ 413556 h 605705"/>
              <a:gd name="connsiteX22" fmla="*/ 191052 w 434872"/>
              <a:gd name="connsiteY22" fmla="*/ 413322 h 605705"/>
              <a:gd name="connsiteX23" fmla="*/ 191521 w 434872"/>
              <a:gd name="connsiteY23" fmla="*/ 412619 h 605705"/>
              <a:gd name="connsiteX24" fmla="*/ 219212 w 434872"/>
              <a:gd name="connsiteY24" fmla="*/ 410510 h 605705"/>
              <a:gd name="connsiteX25" fmla="*/ 244087 w 434872"/>
              <a:gd name="connsiteY25" fmla="*/ 410744 h 605705"/>
              <a:gd name="connsiteX26" fmla="*/ 252535 w 434872"/>
              <a:gd name="connsiteY26" fmla="*/ 421523 h 605705"/>
              <a:gd name="connsiteX27" fmla="*/ 233527 w 434872"/>
              <a:gd name="connsiteY27" fmla="*/ 464405 h 605705"/>
              <a:gd name="connsiteX28" fmla="*/ 295948 w 434872"/>
              <a:gd name="connsiteY28" fmla="*/ 417305 h 605705"/>
              <a:gd name="connsiteX29" fmla="*/ 306508 w 434872"/>
              <a:gd name="connsiteY29" fmla="*/ 412150 h 605705"/>
              <a:gd name="connsiteX30" fmla="*/ 344524 w 434872"/>
              <a:gd name="connsiteY30" fmla="*/ 416837 h 605705"/>
              <a:gd name="connsiteX31" fmla="*/ 412578 w 434872"/>
              <a:gd name="connsiteY31" fmla="*/ 445190 h 605705"/>
              <a:gd name="connsiteX32" fmla="*/ 420556 w 434872"/>
              <a:gd name="connsiteY32" fmla="*/ 591411 h 605705"/>
              <a:gd name="connsiteX33" fmla="*/ 411404 w 434872"/>
              <a:gd name="connsiteY33" fmla="*/ 600549 h 605705"/>
              <a:gd name="connsiteX34" fmla="*/ 7543 w 434872"/>
              <a:gd name="connsiteY34" fmla="*/ 592582 h 605705"/>
              <a:gd name="connsiteX35" fmla="*/ 737 w 434872"/>
              <a:gd name="connsiteY35" fmla="*/ 583678 h 605705"/>
              <a:gd name="connsiteX36" fmla="*/ 10359 w 434872"/>
              <a:gd name="connsiteY36" fmla="*/ 466514 h 605705"/>
              <a:gd name="connsiteX37" fmla="*/ 104929 w 434872"/>
              <a:gd name="connsiteY37" fmla="*/ 409104 h 605705"/>
              <a:gd name="connsiteX38" fmla="*/ 109153 w 434872"/>
              <a:gd name="connsiteY38" fmla="*/ 408635 h 605705"/>
              <a:gd name="connsiteX39" fmla="*/ 303187 w 434872"/>
              <a:gd name="connsiteY39" fmla="*/ 227980 h 605705"/>
              <a:gd name="connsiteX40" fmla="*/ 205113 w 434872"/>
              <a:gd name="connsiteY40" fmla="*/ 235947 h 605705"/>
              <a:gd name="connsiteX41" fmla="*/ 119005 w 434872"/>
              <a:gd name="connsiteY41" fmla="*/ 235244 h 605705"/>
              <a:gd name="connsiteX42" fmla="*/ 125340 w 434872"/>
              <a:gd name="connsiteY42" fmla="*/ 264531 h 605705"/>
              <a:gd name="connsiteX43" fmla="*/ 175785 w 434872"/>
              <a:gd name="connsiteY43" fmla="*/ 353097 h 605705"/>
              <a:gd name="connsiteX44" fmla="*/ 286764 w 434872"/>
              <a:gd name="connsiteY44" fmla="*/ 322872 h 605705"/>
              <a:gd name="connsiteX45" fmla="*/ 301780 w 434872"/>
              <a:gd name="connsiteY45" fmla="*/ 239461 h 605705"/>
              <a:gd name="connsiteX46" fmla="*/ 303187 w 434872"/>
              <a:gd name="connsiteY46" fmla="*/ 227980 h 605705"/>
              <a:gd name="connsiteX47" fmla="*/ 216581 w 434872"/>
              <a:gd name="connsiteY47" fmla="*/ 118943 h 605705"/>
              <a:gd name="connsiteX48" fmla="*/ 347063 w 434872"/>
              <a:gd name="connsiteY48" fmla="*/ 119968 h 605705"/>
              <a:gd name="connsiteX49" fmla="*/ 354336 w 434872"/>
              <a:gd name="connsiteY49" fmla="*/ 134729 h 605705"/>
              <a:gd name="connsiteX50" fmla="*/ 347063 w 434872"/>
              <a:gd name="connsiteY50" fmla="*/ 144335 h 605705"/>
              <a:gd name="connsiteX51" fmla="*/ 346828 w 434872"/>
              <a:gd name="connsiteY51" fmla="*/ 178074 h 605705"/>
              <a:gd name="connsiteX52" fmla="*/ 345420 w 434872"/>
              <a:gd name="connsiteY52" fmla="*/ 197287 h 605705"/>
              <a:gd name="connsiteX53" fmla="*/ 322662 w 434872"/>
              <a:gd name="connsiteY53" fmla="*/ 220014 h 605705"/>
              <a:gd name="connsiteX54" fmla="*/ 320081 w 434872"/>
              <a:gd name="connsiteY54" fmla="*/ 239461 h 605705"/>
              <a:gd name="connsiteX55" fmla="*/ 306003 w 434872"/>
              <a:gd name="connsiteY55" fmla="*/ 326152 h 605705"/>
              <a:gd name="connsiteX56" fmla="*/ 191036 w 434872"/>
              <a:gd name="connsiteY56" fmla="*/ 385196 h 605705"/>
              <a:gd name="connsiteX57" fmla="*/ 118067 w 434872"/>
              <a:gd name="connsiteY57" fmla="*/ 296162 h 605705"/>
              <a:gd name="connsiteX58" fmla="*/ 102816 w 434872"/>
              <a:gd name="connsiteY58" fmla="*/ 230323 h 605705"/>
              <a:gd name="connsiteX59" fmla="*/ 94604 w 434872"/>
              <a:gd name="connsiteY59" fmla="*/ 226106 h 605705"/>
              <a:gd name="connsiteX60" fmla="*/ 76538 w 434872"/>
              <a:gd name="connsiteY60" fmla="*/ 143867 h 605705"/>
              <a:gd name="connsiteX61" fmla="*/ 77241 w 434872"/>
              <a:gd name="connsiteY61" fmla="*/ 134026 h 605705"/>
              <a:gd name="connsiteX62" fmla="*/ 86392 w 434872"/>
              <a:gd name="connsiteY62" fmla="*/ 131683 h 605705"/>
              <a:gd name="connsiteX63" fmla="*/ 86627 w 434872"/>
              <a:gd name="connsiteY63" fmla="*/ 132152 h 605705"/>
              <a:gd name="connsiteX64" fmla="*/ 216581 w 434872"/>
              <a:gd name="connsiteY64" fmla="*/ 118943 h 605705"/>
              <a:gd name="connsiteX65" fmla="*/ 210722 w 434872"/>
              <a:gd name="connsiteY65" fmla="*/ 19876 h 605705"/>
              <a:gd name="connsiteX66" fmla="*/ 201804 w 434872"/>
              <a:gd name="connsiteY66" fmla="*/ 21048 h 605705"/>
              <a:gd name="connsiteX67" fmla="*/ 209783 w 434872"/>
              <a:gd name="connsiteY67" fmla="*/ 22454 h 605705"/>
              <a:gd name="connsiteX68" fmla="*/ 210722 w 434872"/>
              <a:gd name="connsiteY68" fmla="*/ 19876 h 605705"/>
              <a:gd name="connsiteX69" fmla="*/ 197815 w 434872"/>
              <a:gd name="connsiteY69" fmla="*/ 2064 h 605705"/>
              <a:gd name="connsiteX70" fmla="*/ 374759 w 434872"/>
              <a:gd name="connsiteY70" fmla="*/ 90186 h 605705"/>
              <a:gd name="connsiteX71" fmla="*/ 378983 w 434872"/>
              <a:gd name="connsiteY71" fmla="*/ 99795 h 605705"/>
              <a:gd name="connsiteX72" fmla="*/ 394237 w 434872"/>
              <a:gd name="connsiteY72" fmla="*/ 175260 h 605705"/>
              <a:gd name="connsiteX73" fmla="*/ 396819 w 434872"/>
              <a:gd name="connsiteY73" fmla="*/ 213696 h 605705"/>
              <a:gd name="connsiteX74" fmla="*/ 395645 w 434872"/>
              <a:gd name="connsiteY74" fmla="*/ 240648 h 605705"/>
              <a:gd name="connsiteX75" fmla="*/ 400339 w 434872"/>
              <a:gd name="connsiteY75" fmla="*/ 247210 h 605705"/>
              <a:gd name="connsiteX76" fmla="*/ 398696 w 434872"/>
              <a:gd name="connsiteY76" fmla="*/ 256351 h 605705"/>
              <a:gd name="connsiteX77" fmla="*/ 385554 w 434872"/>
              <a:gd name="connsiteY77" fmla="*/ 261741 h 605705"/>
              <a:gd name="connsiteX78" fmla="*/ 378983 w 434872"/>
              <a:gd name="connsiteY78" fmla="*/ 242757 h 605705"/>
              <a:gd name="connsiteX79" fmla="*/ 377575 w 434872"/>
              <a:gd name="connsiteY79" fmla="*/ 194478 h 605705"/>
              <a:gd name="connsiteX80" fmla="*/ 368658 w 434872"/>
              <a:gd name="connsiteY80" fmla="*/ 109638 h 605705"/>
              <a:gd name="connsiteX81" fmla="*/ 359740 w 434872"/>
              <a:gd name="connsiteY81" fmla="*/ 107763 h 605705"/>
              <a:gd name="connsiteX82" fmla="*/ 355751 w 434872"/>
              <a:gd name="connsiteY82" fmla="*/ 106826 h 605705"/>
              <a:gd name="connsiteX83" fmla="*/ 340027 w 434872"/>
              <a:gd name="connsiteY83" fmla="*/ 104482 h 605705"/>
              <a:gd name="connsiteX84" fmla="*/ 312570 w 434872"/>
              <a:gd name="connsiteY84" fmla="*/ 102607 h 605705"/>
              <a:gd name="connsiteX85" fmla="*/ 235128 w 434872"/>
              <a:gd name="connsiteY85" fmla="*/ 99795 h 605705"/>
              <a:gd name="connsiteX86" fmla="*/ 40583 w 434872"/>
              <a:gd name="connsiteY86" fmla="*/ 109404 h 605705"/>
              <a:gd name="connsiteX87" fmla="*/ 33543 w 434872"/>
              <a:gd name="connsiteY87" fmla="*/ 92998 h 605705"/>
              <a:gd name="connsiteX88" fmla="*/ 34012 w 434872"/>
              <a:gd name="connsiteY88" fmla="*/ 90654 h 605705"/>
              <a:gd name="connsiteX89" fmla="*/ 62642 w 434872"/>
              <a:gd name="connsiteY89" fmla="*/ 75421 h 605705"/>
              <a:gd name="connsiteX90" fmla="*/ 109812 w 434872"/>
              <a:gd name="connsiteY90" fmla="*/ 48000 h 605705"/>
              <a:gd name="connsiteX91" fmla="*/ 197815 w 434872"/>
              <a:gd name="connsiteY91" fmla="*/ 2064 h 6057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</a:cxnLst>
            <a:rect l="l" t="t" r="r" b="b"/>
            <a:pathLst>
              <a:path w="434872" h="605705">
                <a:moveTo>
                  <a:pt x="83809" y="581569"/>
                </a:moveTo>
                <a:cubicBezTo>
                  <a:pt x="83340" y="582272"/>
                  <a:pt x="82871" y="582975"/>
                  <a:pt x="82167" y="583678"/>
                </a:cubicBezTo>
                <a:cubicBezTo>
                  <a:pt x="84279" y="583678"/>
                  <a:pt x="86391" y="583912"/>
                  <a:pt x="88503" y="584146"/>
                </a:cubicBezTo>
                <a:cubicBezTo>
                  <a:pt x="87564" y="583209"/>
                  <a:pt x="86860" y="582506"/>
                  <a:pt x="86156" y="581569"/>
                </a:cubicBezTo>
                <a:cubicBezTo>
                  <a:pt x="85452" y="581569"/>
                  <a:pt x="84748" y="581569"/>
                  <a:pt x="83809" y="581569"/>
                </a:cubicBezTo>
                <a:close/>
                <a:moveTo>
                  <a:pt x="337748" y="504504"/>
                </a:moveTo>
                <a:cubicBezTo>
                  <a:pt x="328860" y="505236"/>
                  <a:pt x="319649" y="507872"/>
                  <a:pt x="314252" y="509630"/>
                </a:cubicBezTo>
                <a:cubicBezTo>
                  <a:pt x="306039" y="512442"/>
                  <a:pt x="297826" y="515723"/>
                  <a:pt x="290786" y="521112"/>
                </a:cubicBezTo>
                <a:cubicBezTo>
                  <a:pt x="287735" y="523221"/>
                  <a:pt x="285623" y="526033"/>
                  <a:pt x="283746" y="528611"/>
                </a:cubicBezTo>
                <a:cubicBezTo>
                  <a:pt x="294071" y="527674"/>
                  <a:pt x="306039" y="529548"/>
                  <a:pt x="314487" y="529783"/>
                </a:cubicBezTo>
                <a:cubicBezTo>
                  <a:pt x="323404" y="530251"/>
                  <a:pt x="374796" y="532829"/>
                  <a:pt x="359308" y="510802"/>
                </a:cubicBezTo>
                <a:cubicBezTo>
                  <a:pt x="355201" y="504944"/>
                  <a:pt x="346636" y="503772"/>
                  <a:pt x="337748" y="504504"/>
                </a:cubicBezTo>
                <a:close/>
                <a:moveTo>
                  <a:pt x="88737" y="451049"/>
                </a:moveTo>
                <a:cubicBezTo>
                  <a:pt x="82167" y="454798"/>
                  <a:pt x="76065" y="458547"/>
                  <a:pt x="70668" y="462999"/>
                </a:cubicBezTo>
                <a:cubicBezTo>
                  <a:pt x="71137" y="462765"/>
                  <a:pt x="71607" y="462531"/>
                  <a:pt x="72076" y="462296"/>
                </a:cubicBezTo>
                <a:cubicBezTo>
                  <a:pt x="77239" y="458313"/>
                  <a:pt x="82871" y="454798"/>
                  <a:pt x="88972" y="451517"/>
                </a:cubicBezTo>
                <a:cubicBezTo>
                  <a:pt x="88737" y="451517"/>
                  <a:pt x="88737" y="451283"/>
                  <a:pt x="88737" y="451049"/>
                </a:cubicBezTo>
                <a:close/>
                <a:moveTo>
                  <a:pt x="109153" y="408635"/>
                </a:moveTo>
                <a:cubicBezTo>
                  <a:pt x="111031" y="406292"/>
                  <a:pt x="114785" y="405589"/>
                  <a:pt x="117367" y="409104"/>
                </a:cubicBezTo>
                <a:cubicBezTo>
                  <a:pt x="137079" y="435583"/>
                  <a:pt x="162657" y="460890"/>
                  <a:pt x="195511" y="466280"/>
                </a:cubicBezTo>
                <a:cubicBezTo>
                  <a:pt x="185185" y="458313"/>
                  <a:pt x="179553" y="444253"/>
                  <a:pt x="180023" y="430428"/>
                </a:cubicBezTo>
                <a:cubicBezTo>
                  <a:pt x="180257" y="424570"/>
                  <a:pt x="180257" y="415431"/>
                  <a:pt x="187532" y="413556"/>
                </a:cubicBezTo>
                <a:cubicBezTo>
                  <a:pt x="188705" y="413322"/>
                  <a:pt x="189879" y="413322"/>
                  <a:pt x="191052" y="413322"/>
                </a:cubicBezTo>
                <a:cubicBezTo>
                  <a:pt x="191287" y="413087"/>
                  <a:pt x="191287" y="412853"/>
                  <a:pt x="191521" y="412619"/>
                </a:cubicBezTo>
                <a:cubicBezTo>
                  <a:pt x="197857" y="407229"/>
                  <a:pt x="211468" y="410510"/>
                  <a:pt x="219212" y="410510"/>
                </a:cubicBezTo>
                <a:cubicBezTo>
                  <a:pt x="227426" y="410510"/>
                  <a:pt x="235874" y="410510"/>
                  <a:pt x="244087" y="410744"/>
                </a:cubicBezTo>
                <a:cubicBezTo>
                  <a:pt x="250188" y="410744"/>
                  <a:pt x="253474" y="416134"/>
                  <a:pt x="252535" y="421523"/>
                </a:cubicBezTo>
                <a:cubicBezTo>
                  <a:pt x="250423" y="434646"/>
                  <a:pt x="244791" y="453626"/>
                  <a:pt x="233527" y="464405"/>
                </a:cubicBezTo>
                <a:cubicBezTo>
                  <a:pt x="260983" y="458313"/>
                  <a:pt x="285388" y="444487"/>
                  <a:pt x="295948" y="417305"/>
                </a:cubicBezTo>
                <a:cubicBezTo>
                  <a:pt x="297591" y="413087"/>
                  <a:pt x="302754" y="410979"/>
                  <a:pt x="306508" y="412150"/>
                </a:cubicBezTo>
                <a:cubicBezTo>
                  <a:pt x="317772" y="407698"/>
                  <a:pt x="335372" y="414025"/>
                  <a:pt x="344524" y="416837"/>
                </a:cubicBezTo>
                <a:cubicBezTo>
                  <a:pt x="367287" y="423632"/>
                  <a:pt x="392866" y="431599"/>
                  <a:pt x="412578" y="445190"/>
                </a:cubicBezTo>
                <a:cubicBezTo>
                  <a:pt x="456695" y="475184"/>
                  <a:pt x="421964" y="549935"/>
                  <a:pt x="420556" y="591411"/>
                </a:cubicBezTo>
                <a:cubicBezTo>
                  <a:pt x="420322" y="596331"/>
                  <a:pt x="416567" y="600549"/>
                  <a:pt x="411404" y="600549"/>
                </a:cubicBezTo>
                <a:cubicBezTo>
                  <a:pt x="276940" y="601018"/>
                  <a:pt x="141068" y="616015"/>
                  <a:pt x="7543" y="592582"/>
                </a:cubicBezTo>
                <a:cubicBezTo>
                  <a:pt x="3553" y="591879"/>
                  <a:pt x="737" y="587427"/>
                  <a:pt x="737" y="583678"/>
                </a:cubicBezTo>
                <a:cubicBezTo>
                  <a:pt x="737" y="546185"/>
                  <a:pt x="-3956" y="502132"/>
                  <a:pt x="10359" y="466514"/>
                </a:cubicBezTo>
                <a:cubicBezTo>
                  <a:pt x="24908" y="430662"/>
                  <a:pt x="77239" y="429490"/>
                  <a:pt x="104929" y="409104"/>
                </a:cubicBezTo>
                <a:cubicBezTo>
                  <a:pt x="106103" y="408167"/>
                  <a:pt x="107745" y="408167"/>
                  <a:pt x="109153" y="408635"/>
                </a:cubicBezTo>
                <a:close/>
                <a:moveTo>
                  <a:pt x="303187" y="227980"/>
                </a:moveTo>
                <a:cubicBezTo>
                  <a:pt x="271982" y="237352"/>
                  <a:pt x="237023" y="235009"/>
                  <a:pt x="205113" y="235947"/>
                </a:cubicBezTo>
                <a:cubicBezTo>
                  <a:pt x="180008" y="236649"/>
                  <a:pt x="146691" y="241101"/>
                  <a:pt x="119005" y="235244"/>
                </a:cubicBezTo>
                <a:cubicBezTo>
                  <a:pt x="119474" y="245319"/>
                  <a:pt x="122055" y="255159"/>
                  <a:pt x="125340" y="264531"/>
                </a:cubicBezTo>
                <a:cubicBezTo>
                  <a:pt x="136133" y="295927"/>
                  <a:pt x="151618" y="329901"/>
                  <a:pt x="175785" y="353097"/>
                </a:cubicBezTo>
                <a:cubicBezTo>
                  <a:pt x="210510" y="386133"/>
                  <a:pt x="265882" y="361297"/>
                  <a:pt x="286764" y="322872"/>
                </a:cubicBezTo>
                <a:cubicBezTo>
                  <a:pt x="301310" y="296396"/>
                  <a:pt x="300841" y="268749"/>
                  <a:pt x="301780" y="239461"/>
                </a:cubicBezTo>
                <a:cubicBezTo>
                  <a:pt x="301780" y="235947"/>
                  <a:pt x="302484" y="231963"/>
                  <a:pt x="303187" y="227980"/>
                </a:cubicBezTo>
                <a:close/>
                <a:moveTo>
                  <a:pt x="216581" y="118943"/>
                </a:moveTo>
                <a:cubicBezTo>
                  <a:pt x="260485" y="117098"/>
                  <a:pt x="304478" y="117625"/>
                  <a:pt x="347063" y="119968"/>
                </a:cubicBezTo>
                <a:cubicBezTo>
                  <a:pt x="355275" y="120437"/>
                  <a:pt x="357621" y="129574"/>
                  <a:pt x="354336" y="134729"/>
                </a:cubicBezTo>
                <a:cubicBezTo>
                  <a:pt x="355275" y="139181"/>
                  <a:pt x="352225" y="144569"/>
                  <a:pt x="347063" y="144335"/>
                </a:cubicBezTo>
                <a:cubicBezTo>
                  <a:pt x="354336" y="144804"/>
                  <a:pt x="346828" y="169405"/>
                  <a:pt x="346828" y="178074"/>
                </a:cubicBezTo>
                <a:cubicBezTo>
                  <a:pt x="346828" y="184635"/>
                  <a:pt x="347063" y="190961"/>
                  <a:pt x="345420" y="197287"/>
                </a:cubicBezTo>
                <a:cubicBezTo>
                  <a:pt x="343074" y="207128"/>
                  <a:pt x="332281" y="214859"/>
                  <a:pt x="322662" y="220014"/>
                </a:cubicBezTo>
                <a:cubicBezTo>
                  <a:pt x="321723" y="227512"/>
                  <a:pt x="320315" y="234775"/>
                  <a:pt x="320081" y="239461"/>
                </a:cubicBezTo>
                <a:cubicBezTo>
                  <a:pt x="320081" y="268280"/>
                  <a:pt x="320315" y="300145"/>
                  <a:pt x="306003" y="326152"/>
                </a:cubicBezTo>
                <a:cubicBezTo>
                  <a:pt x="286998" y="361297"/>
                  <a:pt x="234442" y="403471"/>
                  <a:pt x="191036" y="385196"/>
                </a:cubicBezTo>
                <a:cubicBezTo>
                  <a:pt x="154903" y="370200"/>
                  <a:pt x="133083" y="330369"/>
                  <a:pt x="118067" y="296162"/>
                </a:cubicBezTo>
                <a:cubicBezTo>
                  <a:pt x="110559" y="279058"/>
                  <a:pt x="99062" y="251879"/>
                  <a:pt x="102816" y="230323"/>
                </a:cubicBezTo>
                <a:cubicBezTo>
                  <a:pt x="100000" y="228917"/>
                  <a:pt x="97185" y="227746"/>
                  <a:pt x="94604" y="226106"/>
                </a:cubicBezTo>
                <a:cubicBezTo>
                  <a:pt x="68091" y="210408"/>
                  <a:pt x="74191" y="172451"/>
                  <a:pt x="76538" y="143867"/>
                </a:cubicBezTo>
                <a:cubicBezTo>
                  <a:pt x="73018" y="141289"/>
                  <a:pt x="72549" y="135432"/>
                  <a:pt x="77241" y="134026"/>
                </a:cubicBezTo>
                <a:cubicBezTo>
                  <a:pt x="77476" y="129574"/>
                  <a:pt x="84046" y="126997"/>
                  <a:pt x="86392" y="131683"/>
                </a:cubicBezTo>
                <a:cubicBezTo>
                  <a:pt x="86392" y="131917"/>
                  <a:pt x="86627" y="131917"/>
                  <a:pt x="86627" y="132152"/>
                </a:cubicBezTo>
                <a:cubicBezTo>
                  <a:pt x="128860" y="125006"/>
                  <a:pt x="172676" y="120788"/>
                  <a:pt x="216581" y="118943"/>
                </a:cubicBezTo>
                <a:close/>
                <a:moveTo>
                  <a:pt x="210722" y="19876"/>
                </a:moveTo>
                <a:cubicBezTo>
                  <a:pt x="207671" y="20110"/>
                  <a:pt x="204855" y="20579"/>
                  <a:pt x="201804" y="21048"/>
                </a:cubicBezTo>
                <a:cubicBezTo>
                  <a:pt x="204620" y="21517"/>
                  <a:pt x="207202" y="21985"/>
                  <a:pt x="209783" y="22454"/>
                </a:cubicBezTo>
                <a:cubicBezTo>
                  <a:pt x="210018" y="21517"/>
                  <a:pt x="210252" y="20579"/>
                  <a:pt x="210722" y="19876"/>
                </a:cubicBezTo>
                <a:close/>
                <a:moveTo>
                  <a:pt x="197815" y="2064"/>
                </a:moveTo>
                <a:cubicBezTo>
                  <a:pt x="266809" y="-12935"/>
                  <a:pt x="322427" y="57609"/>
                  <a:pt x="374759" y="90186"/>
                </a:cubicBezTo>
                <a:cubicBezTo>
                  <a:pt x="378749" y="92764"/>
                  <a:pt x="379687" y="96513"/>
                  <a:pt x="378983" y="99795"/>
                </a:cubicBezTo>
                <a:cubicBezTo>
                  <a:pt x="387901" y="123934"/>
                  <a:pt x="392125" y="149714"/>
                  <a:pt x="394237" y="175260"/>
                </a:cubicBezTo>
                <a:cubicBezTo>
                  <a:pt x="395410" y="188150"/>
                  <a:pt x="396349" y="201040"/>
                  <a:pt x="396819" y="213696"/>
                </a:cubicBezTo>
                <a:cubicBezTo>
                  <a:pt x="396819" y="216743"/>
                  <a:pt x="395645" y="231742"/>
                  <a:pt x="395645" y="240648"/>
                </a:cubicBezTo>
                <a:cubicBezTo>
                  <a:pt x="398461" y="241585"/>
                  <a:pt x="400808" y="243695"/>
                  <a:pt x="400339" y="247210"/>
                </a:cubicBezTo>
                <a:cubicBezTo>
                  <a:pt x="400104" y="250491"/>
                  <a:pt x="399635" y="253069"/>
                  <a:pt x="398696" y="256351"/>
                </a:cubicBezTo>
                <a:cubicBezTo>
                  <a:pt x="397288" y="261507"/>
                  <a:pt x="390482" y="265022"/>
                  <a:pt x="385554" y="261741"/>
                </a:cubicBezTo>
                <a:cubicBezTo>
                  <a:pt x="377810" y="256351"/>
                  <a:pt x="378983" y="252132"/>
                  <a:pt x="378983" y="242757"/>
                </a:cubicBezTo>
                <a:cubicBezTo>
                  <a:pt x="378749" y="226586"/>
                  <a:pt x="378514" y="210649"/>
                  <a:pt x="377575" y="194478"/>
                </a:cubicBezTo>
                <a:cubicBezTo>
                  <a:pt x="375933" y="166120"/>
                  <a:pt x="371474" y="137762"/>
                  <a:pt x="368658" y="109638"/>
                </a:cubicBezTo>
                <a:cubicBezTo>
                  <a:pt x="365607" y="111279"/>
                  <a:pt x="361852" y="110341"/>
                  <a:pt x="359740" y="107763"/>
                </a:cubicBezTo>
                <a:cubicBezTo>
                  <a:pt x="359036" y="107529"/>
                  <a:pt x="357863" y="107294"/>
                  <a:pt x="355751" y="106826"/>
                </a:cubicBezTo>
                <a:cubicBezTo>
                  <a:pt x="350588" y="105888"/>
                  <a:pt x="345190" y="104951"/>
                  <a:pt x="340027" y="104482"/>
                </a:cubicBezTo>
                <a:cubicBezTo>
                  <a:pt x="330875" y="103544"/>
                  <a:pt x="321723" y="103076"/>
                  <a:pt x="312570" y="102607"/>
                </a:cubicBezTo>
                <a:cubicBezTo>
                  <a:pt x="286756" y="101670"/>
                  <a:pt x="260942" y="99795"/>
                  <a:pt x="235128" y="99795"/>
                </a:cubicBezTo>
                <a:cubicBezTo>
                  <a:pt x="170592" y="99326"/>
                  <a:pt x="104649" y="97685"/>
                  <a:pt x="40583" y="109404"/>
                </a:cubicBezTo>
                <a:cubicBezTo>
                  <a:pt x="30257" y="111279"/>
                  <a:pt x="25329" y="96982"/>
                  <a:pt x="33543" y="92998"/>
                </a:cubicBezTo>
                <a:cubicBezTo>
                  <a:pt x="33543" y="92061"/>
                  <a:pt x="33543" y="91357"/>
                  <a:pt x="34012" y="90654"/>
                </a:cubicBezTo>
                <a:cubicBezTo>
                  <a:pt x="40583" y="81749"/>
                  <a:pt x="53255" y="80342"/>
                  <a:pt x="62642" y="75421"/>
                </a:cubicBezTo>
                <a:cubicBezTo>
                  <a:pt x="78835" y="66983"/>
                  <a:pt x="94323" y="57375"/>
                  <a:pt x="109812" y="48000"/>
                </a:cubicBezTo>
                <a:cubicBezTo>
                  <a:pt x="136565" y="31594"/>
                  <a:pt x="166603" y="8861"/>
                  <a:pt x="197815" y="206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+mn-ea"/>
            </a:endParaRPr>
          </a:p>
        </p:txBody>
      </p:sp>
      <p:grpSp>
        <p:nvGrpSpPr>
          <p:cNvPr id="67" name="组合 66">
            <a:extLst>
              <a:ext uri="{FF2B5EF4-FFF2-40B4-BE49-F238E27FC236}">
                <a16:creationId xmlns:a16="http://schemas.microsoft.com/office/drawing/2014/main" id="{0C21EFED-D7AC-C064-51AC-E6E6051EC567}"/>
              </a:ext>
            </a:extLst>
          </p:cNvPr>
          <p:cNvGrpSpPr/>
          <p:nvPr/>
        </p:nvGrpSpPr>
        <p:grpSpPr>
          <a:xfrm>
            <a:off x="574872" y="5661585"/>
            <a:ext cx="11216284" cy="387753"/>
            <a:chOff x="297350" y="5605502"/>
            <a:chExt cx="11216284" cy="387753"/>
          </a:xfrm>
        </p:grpSpPr>
        <p:grpSp>
          <p:nvGrpSpPr>
            <p:cNvPr id="68" name="组合 67">
              <a:extLst>
                <a:ext uri="{FF2B5EF4-FFF2-40B4-BE49-F238E27FC236}">
                  <a16:creationId xmlns:a16="http://schemas.microsoft.com/office/drawing/2014/main" id="{C52101BF-27BE-99DB-2B47-EDE7BE8ABEBB}"/>
                </a:ext>
              </a:extLst>
            </p:cNvPr>
            <p:cNvGrpSpPr/>
            <p:nvPr/>
          </p:nvGrpSpPr>
          <p:grpSpPr>
            <a:xfrm>
              <a:off x="715448" y="5605637"/>
              <a:ext cx="10798186" cy="387618"/>
              <a:chOff x="1105047" y="4986489"/>
              <a:chExt cx="10798186" cy="387618"/>
            </a:xfrm>
          </p:grpSpPr>
          <p:sp>
            <p:nvSpPr>
              <p:cNvPr id="72" name="文本框 71">
                <a:extLst>
                  <a:ext uri="{FF2B5EF4-FFF2-40B4-BE49-F238E27FC236}">
                    <a16:creationId xmlns:a16="http://schemas.microsoft.com/office/drawing/2014/main" id="{8AC455B9-482B-7E07-084E-94E7E8E18520}"/>
                  </a:ext>
                </a:extLst>
              </p:cNvPr>
              <p:cNvSpPr txBox="1"/>
              <p:nvPr/>
            </p:nvSpPr>
            <p:spPr>
              <a:xfrm>
                <a:off x="1105047" y="4993856"/>
                <a:ext cx="20697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zh-CN" altLang="en-US" b="1" spc="300" dirty="0">
                    <a:solidFill>
                      <a:srgbClr val="122E66"/>
                    </a:solidFill>
                    <a:latin typeface="+mn-ea"/>
                    <a:cs typeface="+mn-ea"/>
                  </a:rPr>
                  <a:t>汇报人：蒋奕婷</a:t>
                </a:r>
              </a:p>
            </p:txBody>
          </p:sp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560B2E7C-6037-3414-D8E7-D3DDED7D28AA}"/>
                  </a:ext>
                </a:extLst>
              </p:cNvPr>
              <p:cNvSpPr txBox="1"/>
              <p:nvPr/>
            </p:nvSpPr>
            <p:spPr>
              <a:xfrm>
                <a:off x="9014301" y="4986489"/>
                <a:ext cx="28889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zh-CN" altLang="en-US" b="1" spc="300" dirty="0">
                    <a:solidFill>
                      <a:srgbClr val="122E66"/>
                    </a:solidFill>
                    <a:latin typeface="+mn-ea"/>
                    <a:cs typeface="+mn-ea"/>
                  </a:rPr>
                  <a:t>时间：</a:t>
                </a:r>
                <a:r>
                  <a:rPr lang="en-US" altLang="zh-CN" b="1" spc="300" dirty="0">
                    <a:solidFill>
                      <a:srgbClr val="122E66"/>
                    </a:solidFill>
                    <a:latin typeface="+mn-ea"/>
                    <a:cs typeface="+mn-ea"/>
                  </a:rPr>
                  <a:t>2026</a:t>
                </a:r>
                <a:r>
                  <a:rPr lang="zh-CN" altLang="en-US" b="1" spc="300" dirty="0">
                    <a:solidFill>
                      <a:srgbClr val="122E66"/>
                    </a:solidFill>
                    <a:latin typeface="+mn-ea"/>
                    <a:cs typeface="+mn-ea"/>
                  </a:rPr>
                  <a:t>年</a:t>
                </a:r>
                <a:r>
                  <a:rPr lang="en-US" altLang="zh-CN" b="1" spc="300" dirty="0">
                    <a:solidFill>
                      <a:srgbClr val="122E66"/>
                    </a:solidFill>
                    <a:latin typeface="+mn-ea"/>
                    <a:cs typeface="+mn-ea"/>
                  </a:rPr>
                  <a:t>5</a:t>
                </a:r>
                <a:r>
                  <a:rPr lang="zh-CN" altLang="en-US" b="1" spc="300" dirty="0">
                    <a:solidFill>
                      <a:srgbClr val="122E66"/>
                    </a:solidFill>
                    <a:latin typeface="+mn-ea"/>
                    <a:cs typeface="+mn-ea"/>
                  </a:rPr>
                  <a:t>月</a:t>
                </a:r>
                <a:r>
                  <a:rPr lang="en-US" altLang="zh-CN" b="1" spc="300" dirty="0">
                    <a:solidFill>
                      <a:srgbClr val="122E66"/>
                    </a:solidFill>
                    <a:latin typeface="+mn-ea"/>
                    <a:cs typeface="+mn-ea"/>
                  </a:rPr>
                  <a:t>19</a:t>
                </a:r>
                <a:r>
                  <a:rPr lang="zh-CN" altLang="en-US" b="1" spc="300" dirty="0">
                    <a:solidFill>
                      <a:srgbClr val="122E66"/>
                    </a:solidFill>
                    <a:latin typeface="+mn-ea"/>
                    <a:cs typeface="+mn-ea"/>
                  </a:rPr>
                  <a:t>日</a:t>
                </a:r>
              </a:p>
            </p:txBody>
          </p:sp>
          <p:sp>
            <p:nvSpPr>
              <p:cNvPr id="74" name="文本框 73">
                <a:extLst>
                  <a:ext uri="{FF2B5EF4-FFF2-40B4-BE49-F238E27FC236}">
                    <a16:creationId xmlns:a16="http://schemas.microsoft.com/office/drawing/2014/main" id="{7D334145-ADCB-2391-399C-7029D95A9842}"/>
                  </a:ext>
                </a:extLst>
              </p:cNvPr>
              <p:cNvSpPr txBox="1"/>
              <p:nvPr/>
            </p:nvSpPr>
            <p:spPr>
              <a:xfrm>
                <a:off x="5293409" y="5004775"/>
                <a:ext cx="23391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zh-CN" altLang="en-US" b="1" spc="300" dirty="0">
                    <a:solidFill>
                      <a:srgbClr val="122E66"/>
                    </a:solidFill>
                    <a:latin typeface="+mn-ea"/>
                    <a:cs typeface="+mn-ea"/>
                  </a:rPr>
                  <a:t>指导老师：尹兆远</a:t>
                </a:r>
              </a:p>
            </p:txBody>
          </p:sp>
        </p:grpSp>
        <p:sp>
          <p:nvSpPr>
            <p:cNvPr id="69" name="iconfont-1047-784241">
              <a:extLst>
                <a:ext uri="{FF2B5EF4-FFF2-40B4-BE49-F238E27FC236}">
                  <a16:creationId xmlns:a16="http://schemas.microsoft.com/office/drawing/2014/main" id="{FF0ECE92-0C57-7FC0-95E6-707EC9239729}"/>
                </a:ext>
              </a:extLst>
            </p:cNvPr>
            <p:cNvSpPr/>
            <p:nvPr/>
          </p:nvSpPr>
          <p:spPr>
            <a:xfrm>
              <a:off x="8309408" y="5640228"/>
              <a:ext cx="315295" cy="314885"/>
            </a:xfrm>
            <a:custGeom>
              <a:avLst/>
              <a:gdLst>
                <a:gd name="T0" fmla="*/ 11189 w 11189"/>
                <a:gd name="T1" fmla="*/ 5643 h 11177"/>
                <a:gd name="T2" fmla="*/ 11189 w 11189"/>
                <a:gd name="T3" fmla="*/ 5589 h 11177"/>
                <a:gd name="T4" fmla="*/ 11189 w 11189"/>
                <a:gd name="T5" fmla="*/ 5535 h 11177"/>
                <a:gd name="T6" fmla="*/ 5595 w 11189"/>
                <a:gd name="T7" fmla="*/ 0 h 11177"/>
                <a:gd name="T8" fmla="*/ 0 w 11189"/>
                <a:gd name="T9" fmla="*/ 5535 h 11177"/>
                <a:gd name="T10" fmla="*/ 1 w 11189"/>
                <a:gd name="T11" fmla="*/ 5589 h 11177"/>
                <a:gd name="T12" fmla="*/ 0 w 11189"/>
                <a:gd name="T13" fmla="*/ 5643 h 11177"/>
                <a:gd name="T14" fmla="*/ 5595 w 11189"/>
                <a:gd name="T15" fmla="*/ 11177 h 11177"/>
                <a:gd name="T16" fmla="*/ 11189 w 11189"/>
                <a:gd name="T17" fmla="*/ 5643 h 11177"/>
                <a:gd name="T18" fmla="*/ 5595 w 11189"/>
                <a:gd name="T19" fmla="*/ 10124 h 11177"/>
                <a:gd name="T20" fmla="*/ 1156 w 11189"/>
                <a:gd name="T21" fmla="*/ 5643 h 11177"/>
                <a:gd name="T22" fmla="*/ 1156 w 11189"/>
                <a:gd name="T23" fmla="*/ 5611 h 11177"/>
                <a:gd name="T24" fmla="*/ 1156 w 11189"/>
                <a:gd name="T25" fmla="*/ 5611 h 11177"/>
                <a:gd name="T26" fmla="*/ 1156 w 11189"/>
                <a:gd name="T27" fmla="*/ 5589 h 11177"/>
                <a:gd name="T28" fmla="*/ 1156 w 11189"/>
                <a:gd name="T29" fmla="*/ 5567 h 11177"/>
                <a:gd name="T30" fmla="*/ 1156 w 11189"/>
                <a:gd name="T31" fmla="*/ 5567 h 11177"/>
                <a:gd name="T32" fmla="*/ 1156 w 11189"/>
                <a:gd name="T33" fmla="*/ 5535 h 11177"/>
                <a:gd name="T34" fmla="*/ 5595 w 11189"/>
                <a:gd name="T35" fmla="*/ 1054 h 11177"/>
                <a:gd name="T36" fmla="*/ 10034 w 11189"/>
                <a:gd name="T37" fmla="*/ 5535 h 11177"/>
                <a:gd name="T38" fmla="*/ 10033 w 11189"/>
                <a:gd name="T39" fmla="*/ 5567 h 11177"/>
                <a:gd name="T40" fmla="*/ 10033 w 11189"/>
                <a:gd name="T41" fmla="*/ 5567 h 11177"/>
                <a:gd name="T42" fmla="*/ 10033 w 11189"/>
                <a:gd name="T43" fmla="*/ 5589 h 11177"/>
                <a:gd name="T44" fmla="*/ 10033 w 11189"/>
                <a:gd name="T45" fmla="*/ 5611 h 11177"/>
                <a:gd name="T46" fmla="*/ 10033 w 11189"/>
                <a:gd name="T47" fmla="*/ 5611 h 11177"/>
                <a:gd name="T48" fmla="*/ 10034 w 11189"/>
                <a:gd name="T49" fmla="*/ 5643 h 11177"/>
                <a:gd name="T50" fmla="*/ 5595 w 11189"/>
                <a:gd name="T51" fmla="*/ 10124 h 11177"/>
                <a:gd name="T52" fmla="*/ 4818 w 11189"/>
                <a:gd name="T53" fmla="*/ 5514 h 11177"/>
                <a:gd name="T54" fmla="*/ 4804 w 11189"/>
                <a:gd name="T55" fmla="*/ 5611 h 11177"/>
                <a:gd name="T56" fmla="*/ 4804 w 11189"/>
                <a:gd name="T57" fmla="*/ 6034 h 11177"/>
                <a:gd name="T58" fmla="*/ 5167 w 11189"/>
                <a:gd name="T59" fmla="*/ 6397 h 11177"/>
                <a:gd name="T60" fmla="*/ 8440 w 11189"/>
                <a:gd name="T61" fmla="*/ 6397 h 11177"/>
                <a:gd name="T62" fmla="*/ 8803 w 11189"/>
                <a:gd name="T63" fmla="*/ 6034 h 11177"/>
                <a:gd name="T64" fmla="*/ 8803 w 11189"/>
                <a:gd name="T65" fmla="*/ 5611 h 11177"/>
                <a:gd name="T66" fmla="*/ 8440 w 11189"/>
                <a:gd name="T67" fmla="*/ 5249 h 11177"/>
                <a:gd name="T68" fmla="*/ 5966 w 11189"/>
                <a:gd name="T69" fmla="*/ 5249 h 11177"/>
                <a:gd name="T70" fmla="*/ 5966 w 11189"/>
                <a:gd name="T71" fmla="*/ 2069 h 11177"/>
                <a:gd name="T72" fmla="*/ 5604 w 11189"/>
                <a:gd name="T73" fmla="*/ 1706 h 11177"/>
                <a:gd name="T74" fmla="*/ 5180 w 11189"/>
                <a:gd name="T75" fmla="*/ 1706 h 11177"/>
                <a:gd name="T76" fmla="*/ 4818 w 11189"/>
                <a:gd name="T77" fmla="*/ 2069 h 11177"/>
                <a:gd name="T78" fmla="*/ 4818 w 11189"/>
                <a:gd name="T79" fmla="*/ 5514 h 11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1189" h="11177">
                  <a:moveTo>
                    <a:pt x="11189" y="5643"/>
                  </a:moveTo>
                  <a:cubicBezTo>
                    <a:pt x="11189" y="5625"/>
                    <a:pt x="11189" y="5607"/>
                    <a:pt x="11189" y="5589"/>
                  </a:cubicBezTo>
                  <a:cubicBezTo>
                    <a:pt x="11189" y="5571"/>
                    <a:pt x="11189" y="5553"/>
                    <a:pt x="11189" y="5535"/>
                  </a:cubicBezTo>
                  <a:cubicBezTo>
                    <a:pt x="11189" y="2478"/>
                    <a:pt x="8684" y="0"/>
                    <a:pt x="5595" y="0"/>
                  </a:cubicBezTo>
                  <a:cubicBezTo>
                    <a:pt x="2505" y="0"/>
                    <a:pt x="0" y="2478"/>
                    <a:pt x="0" y="5535"/>
                  </a:cubicBezTo>
                  <a:cubicBezTo>
                    <a:pt x="0" y="5553"/>
                    <a:pt x="1" y="5571"/>
                    <a:pt x="1" y="5589"/>
                  </a:cubicBezTo>
                  <a:cubicBezTo>
                    <a:pt x="1" y="5607"/>
                    <a:pt x="0" y="5625"/>
                    <a:pt x="0" y="5643"/>
                  </a:cubicBezTo>
                  <a:cubicBezTo>
                    <a:pt x="0" y="8700"/>
                    <a:pt x="2505" y="11177"/>
                    <a:pt x="5595" y="11177"/>
                  </a:cubicBezTo>
                  <a:cubicBezTo>
                    <a:pt x="8684" y="11177"/>
                    <a:pt x="11189" y="8700"/>
                    <a:pt x="11189" y="5643"/>
                  </a:cubicBezTo>
                  <a:close/>
                  <a:moveTo>
                    <a:pt x="5595" y="10124"/>
                  </a:moveTo>
                  <a:cubicBezTo>
                    <a:pt x="3143" y="10124"/>
                    <a:pt x="1156" y="8118"/>
                    <a:pt x="1156" y="5643"/>
                  </a:cubicBezTo>
                  <a:cubicBezTo>
                    <a:pt x="1156" y="5632"/>
                    <a:pt x="1156" y="5622"/>
                    <a:pt x="1156" y="5611"/>
                  </a:cubicBezTo>
                  <a:lnTo>
                    <a:pt x="1156" y="5611"/>
                  </a:lnTo>
                  <a:cubicBezTo>
                    <a:pt x="1156" y="5604"/>
                    <a:pt x="1156" y="5596"/>
                    <a:pt x="1156" y="5589"/>
                  </a:cubicBezTo>
                  <a:cubicBezTo>
                    <a:pt x="1156" y="5582"/>
                    <a:pt x="1156" y="5574"/>
                    <a:pt x="1156" y="5567"/>
                  </a:cubicBezTo>
                  <a:lnTo>
                    <a:pt x="1156" y="5567"/>
                  </a:lnTo>
                  <a:cubicBezTo>
                    <a:pt x="1156" y="5556"/>
                    <a:pt x="1156" y="5546"/>
                    <a:pt x="1156" y="5535"/>
                  </a:cubicBezTo>
                  <a:cubicBezTo>
                    <a:pt x="1156" y="3060"/>
                    <a:pt x="3143" y="1054"/>
                    <a:pt x="5595" y="1054"/>
                  </a:cubicBezTo>
                  <a:cubicBezTo>
                    <a:pt x="8046" y="1054"/>
                    <a:pt x="10034" y="3060"/>
                    <a:pt x="10034" y="5535"/>
                  </a:cubicBezTo>
                  <a:cubicBezTo>
                    <a:pt x="10034" y="5546"/>
                    <a:pt x="10033" y="5556"/>
                    <a:pt x="10033" y="5567"/>
                  </a:cubicBezTo>
                  <a:lnTo>
                    <a:pt x="10033" y="5567"/>
                  </a:lnTo>
                  <a:cubicBezTo>
                    <a:pt x="10033" y="5574"/>
                    <a:pt x="10033" y="5582"/>
                    <a:pt x="10033" y="5589"/>
                  </a:cubicBezTo>
                  <a:cubicBezTo>
                    <a:pt x="10033" y="5596"/>
                    <a:pt x="10033" y="5604"/>
                    <a:pt x="10033" y="5611"/>
                  </a:cubicBezTo>
                  <a:lnTo>
                    <a:pt x="10033" y="5611"/>
                  </a:lnTo>
                  <a:cubicBezTo>
                    <a:pt x="10034" y="5622"/>
                    <a:pt x="10034" y="5632"/>
                    <a:pt x="10034" y="5643"/>
                  </a:cubicBezTo>
                  <a:cubicBezTo>
                    <a:pt x="10034" y="8118"/>
                    <a:pt x="8046" y="10124"/>
                    <a:pt x="5595" y="10124"/>
                  </a:cubicBezTo>
                  <a:close/>
                  <a:moveTo>
                    <a:pt x="4818" y="5514"/>
                  </a:moveTo>
                  <a:cubicBezTo>
                    <a:pt x="4809" y="5545"/>
                    <a:pt x="4804" y="5577"/>
                    <a:pt x="4804" y="5611"/>
                  </a:cubicBezTo>
                  <a:lnTo>
                    <a:pt x="4804" y="6034"/>
                  </a:lnTo>
                  <a:cubicBezTo>
                    <a:pt x="4804" y="6235"/>
                    <a:pt x="4967" y="6397"/>
                    <a:pt x="5167" y="6397"/>
                  </a:cubicBezTo>
                  <a:lnTo>
                    <a:pt x="8440" y="6397"/>
                  </a:lnTo>
                  <a:cubicBezTo>
                    <a:pt x="8640" y="6397"/>
                    <a:pt x="8803" y="6235"/>
                    <a:pt x="8803" y="6034"/>
                  </a:cubicBezTo>
                  <a:lnTo>
                    <a:pt x="8803" y="5611"/>
                  </a:lnTo>
                  <a:cubicBezTo>
                    <a:pt x="8803" y="5411"/>
                    <a:pt x="8640" y="5249"/>
                    <a:pt x="8440" y="5249"/>
                  </a:cubicBezTo>
                  <a:lnTo>
                    <a:pt x="5966" y="5249"/>
                  </a:lnTo>
                  <a:lnTo>
                    <a:pt x="5966" y="2069"/>
                  </a:lnTo>
                  <a:cubicBezTo>
                    <a:pt x="5966" y="1869"/>
                    <a:pt x="5804" y="1706"/>
                    <a:pt x="5604" y="1706"/>
                  </a:cubicBezTo>
                  <a:lnTo>
                    <a:pt x="5180" y="1706"/>
                  </a:lnTo>
                  <a:cubicBezTo>
                    <a:pt x="4980" y="1706"/>
                    <a:pt x="4818" y="1869"/>
                    <a:pt x="4818" y="2069"/>
                  </a:cubicBezTo>
                  <a:lnTo>
                    <a:pt x="4818" y="5514"/>
                  </a:lnTo>
                  <a:close/>
                </a:path>
              </a:pathLst>
            </a:custGeom>
            <a:solidFill>
              <a:srgbClr val="122E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122E66"/>
                </a:solidFill>
                <a:cs typeface="+mn-ea"/>
              </a:endParaRPr>
            </a:p>
          </p:txBody>
        </p:sp>
        <p:pic>
          <p:nvPicPr>
            <p:cNvPr id="70" name="图形 69">
              <a:extLst>
                <a:ext uri="{FF2B5EF4-FFF2-40B4-BE49-F238E27FC236}">
                  <a16:creationId xmlns:a16="http://schemas.microsoft.com/office/drawing/2014/main" id="{A655CC33-D2B4-FC9A-F882-EDF21372919F}"/>
                </a:ext>
              </a:extLst>
            </p:cNvPr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97350" y="5605502"/>
              <a:ext cx="369332" cy="369332"/>
            </a:xfrm>
            <a:prstGeom prst="rect">
              <a:avLst/>
            </a:prstGeom>
          </p:spPr>
        </p:pic>
        <p:pic>
          <p:nvPicPr>
            <p:cNvPr id="71" name="图形 70">
              <a:extLst>
                <a:ext uri="{FF2B5EF4-FFF2-40B4-BE49-F238E27FC236}">
                  <a16:creationId xmlns:a16="http://schemas.microsoft.com/office/drawing/2014/main" id="{2576A352-E022-74F4-5067-CD5324D55792}"/>
                </a:ext>
              </a:extLst>
            </p:cNvPr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610886" y="5640228"/>
              <a:ext cx="292924" cy="29292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ṡ1íḋe">
            <a:extLst>
              <a:ext uri="{FF2B5EF4-FFF2-40B4-BE49-F238E27FC236}">
                <a16:creationId xmlns:a16="http://schemas.microsoft.com/office/drawing/2014/main" id="{C87E4BDF-5709-8B2D-1BB2-665720B0B5FC}"/>
              </a:ext>
            </a:extLst>
          </p:cNvPr>
          <p:cNvSpPr>
            <a:spLocks/>
          </p:cNvSpPr>
          <p:nvPr/>
        </p:nvSpPr>
        <p:spPr>
          <a:xfrm>
            <a:off x="9108" y="0"/>
            <a:ext cx="12173784" cy="3423173"/>
          </a:xfrm>
          <a:prstGeom prst="rect">
            <a:avLst/>
          </a:prstGeom>
          <a:solidFill>
            <a:srgbClr val="122E6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24" name="iš1íḍè">
            <a:extLst>
              <a:ext uri="{FF2B5EF4-FFF2-40B4-BE49-F238E27FC236}">
                <a16:creationId xmlns:a16="http://schemas.microsoft.com/office/drawing/2014/main" id="{8252E94C-87D3-2023-99DC-4DDB07576459}"/>
              </a:ext>
            </a:extLst>
          </p:cNvPr>
          <p:cNvSpPr/>
          <p:nvPr/>
        </p:nvSpPr>
        <p:spPr>
          <a:xfrm>
            <a:off x="274736" y="451250"/>
            <a:ext cx="11608824" cy="59555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1600" sx="101000" sy="101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500" b="1" i="0" u="none" strike="noStrike" kern="1200" cap="none" spc="30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3" name="iṡ1íḋe">
            <a:extLst>
              <a:ext uri="{FF2B5EF4-FFF2-40B4-BE49-F238E27FC236}">
                <a16:creationId xmlns:a16="http://schemas.microsoft.com/office/drawing/2014/main" id="{23AD242B-63F2-D35F-E5C6-7DABE4A1125C}"/>
              </a:ext>
            </a:extLst>
          </p:cNvPr>
          <p:cNvSpPr/>
          <p:nvPr/>
        </p:nvSpPr>
        <p:spPr>
          <a:xfrm>
            <a:off x="464509" y="690990"/>
            <a:ext cx="11229278" cy="5464366"/>
          </a:xfrm>
          <a:prstGeom prst="rect">
            <a:avLst/>
          </a:prstGeom>
          <a:solidFill>
            <a:schemeClr val="bg1"/>
          </a:solidFill>
          <a:ln w="22225">
            <a:solidFill>
              <a:srgbClr val="0E419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5EB44E2-C8FC-6C1E-5C51-1495D317C872}"/>
              </a:ext>
            </a:extLst>
          </p:cNvPr>
          <p:cNvSpPr txBox="1"/>
          <p:nvPr/>
        </p:nvSpPr>
        <p:spPr>
          <a:xfrm>
            <a:off x="4945685" y="1557545"/>
            <a:ext cx="21275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spc="600" dirty="0">
                <a:solidFill>
                  <a:schemeClr val="bg1">
                    <a:lumMod val="95000"/>
                  </a:schemeClr>
                </a:solidFill>
                <a:latin typeface="Perpetua Titling MT" panose="02020502060505020804" pitchFamily="18" charset="0"/>
                <a:cs typeface="+mn-ea"/>
              </a:rPr>
              <a:t>CONTENTS</a:t>
            </a:r>
            <a:endParaRPr lang="zh-CN" altLang="en-US" b="1" spc="600" dirty="0">
              <a:solidFill>
                <a:schemeClr val="bg1">
                  <a:lumMod val="95000"/>
                </a:schemeClr>
              </a:solidFill>
              <a:latin typeface="Perpetua Titling MT" panose="02020502060505020804" pitchFamily="18" charset="0"/>
              <a:cs typeface="+mn-ea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1522964-A3AF-5DD6-1281-3B3F29F73962}"/>
              </a:ext>
            </a:extLst>
          </p:cNvPr>
          <p:cNvSpPr txBox="1"/>
          <p:nvPr/>
        </p:nvSpPr>
        <p:spPr>
          <a:xfrm>
            <a:off x="5102779" y="873760"/>
            <a:ext cx="198644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400" b="1" spc="2500" dirty="0">
                <a:solidFill>
                  <a:srgbClr val="122E66"/>
                </a:solidFill>
                <a:latin typeface="+mn-ea"/>
                <a:cs typeface="+mn-ea"/>
              </a:rPr>
              <a:t>目录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AF9FCE9A-C0AD-CA89-F4B3-DD3CA00CD1B3}"/>
              </a:ext>
            </a:extLst>
          </p:cNvPr>
          <p:cNvGrpSpPr/>
          <p:nvPr/>
        </p:nvGrpSpPr>
        <p:grpSpPr>
          <a:xfrm>
            <a:off x="1678322" y="2074644"/>
            <a:ext cx="3254563" cy="1084606"/>
            <a:chOff x="2377440" y="2130511"/>
            <a:chExt cx="2741369" cy="913580"/>
          </a:xfrm>
        </p:grpSpPr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2F170150-757A-04BD-E05D-5EF56D614607}"/>
                </a:ext>
              </a:extLst>
            </p:cNvPr>
            <p:cNvSpPr/>
            <p:nvPr/>
          </p:nvSpPr>
          <p:spPr>
            <a:xfrm>
              <a:off x="2377440" y="2397760"/>
              <a:ext cx="2741369" cy="646331"/>
            </a:xfrm>
            <a:prstGeom prst="roundRect">
              <a:avLst>
                <a:gd name="adj" fmla="val 35632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381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</a:endParaRP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87857AE7-7537-5DE3-F5A9-E57C6D3D94EC}"/>
                </a:ext>
              </a:extLst>
            </p:cNvPr>
            <p:cNvSpPr txBox="1"/>
            <p:nvPr/>
          </p:nvSpPr>
          <p:spPr>
            <a:xfrm>
              <a:off x="2377440" y="2130511"/>
              <a:ext cx="607859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600" dirty="0">
                  <a:solidFill>
                    <a:srgbClr val="0E419C">
                      <a:alpha val="62000"/>
                    </a:srgbClr>
                  </a:solidFill>
                  <a:latin typeface="Impact" panose="020B0806030902050204" pitchFamily="34" charset="0"/>
                  <a:cs typeface="+mn-ea"/>
                </a:rPr>
                <a:t>01</a:t>
              </a:r>
              <a:endParaRPr lang="zh-CN" altLang="en-US" sz="3600" dirty="0">
                <a:solidFill>
                  <a:srgbClr val="0E419C">
                    <a:alpha val="62000"/>
                  </a:srgbClr>
                </a:solidFill>
                <a:latin typeface="Impact" panose="020B0806030902050204" pitchFamily="34" charset="0"/>
                <a:cs typeface="+mn-ea"/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ECCB8D87-2DFC-F88D-4607-DB0135892A70}"/>
                </a:ext>
              </a:extLst>
            </p:cNvPr>
            <p:cNvSpPr txBox="1"/>
            <p:nvPr/>
          </p:nvSpPr>
          <p:spPr>
            <a:xfrm>
              <a:off x="3239435" y="2462021"/>
              <a:ext cx="1344148" cy="3110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pc="300" dirty="0">
                  <a:latin typeface="+mn-ea"/>
                  <a:cs typeface="+mn-ea"/>
                </a:rPr>
                <a:t>项目概述</a:t>
              </a:r>
            </a:p>
          </p:txBody>
        </p:sp>
      </p:grpSp>
      <p:sp>
        <p:nvSpPr>
          <p:cNvPr id="25" name="文本框 24">
            <a:extLst>
              <a:ext uri="{FF2B5EF4-FFF2-40B4-BE49-F238E27FC236}">
                <a16:creationId xmlns:a16="http://schemas.microsoft.com/office/drawing/2014/main" id="{C87D5354-4B23-D4C3-97AF-4D0F57207143}"/>
              </a:ext>
            </a:extLst>
          </p:cNvPr>
          <p:cNvSpPr txBox="1"/>
          <p:nvPr/>
        </p:nvSpPr>
        <p:spPr>
          <a:xfrm>
            <a:off x="2621585" y="2787605"/>
            <a:ext cx="23241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i="1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Overview</a:t>
            </a:r>
            <a:endParaRPr lang="zh-CN" altLang="en-US" sz="1400" i="1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B119C301-16EA-6757-B865-EF872C2731DD}"/>
              </a:ext>
            </a:extLst>
          </p:cNvPr>
          <p:cNvGrpSpPr/>
          <p:nvPr/>
        </p:nvGrpSpPr>
        <p:grpSpPr>
          <a:xfrm>
            <a:off x="1678321" y="4047211"/>
            <a:ext cx="3254563" cy="1084606"/>
            <a:chOff x="2377440" y="2130511"/>
            <a:chExt cx="2741369" cy="913580"/>
          </a:xfrm>
        </p:grpSpPr>
        <p:sp>
          <p:nvSpPr>
            <p:cNvPr id="31" name="矩形: 圆角 30">
              <a:extLst>
                <a:ext uri="{FF2B5EF4-FFF2-40B4-BE49-F238E27FC236}">
                  <a16:creationId xmlns:a16="http://schemas.microsoft.com/office/drawing/2014/main" id="{54CCD29C-234A-C7C5-FF3A-5907BBB022A2}"/>
                </a:ext>
              </a:extLst>
            </p:cNvPr>
            <p:cNvSpPr/>
            <p:nvPr/>
          </p:nvSpPr>
          <p:spPr>
            <a:xfrm>
              <a:off x="2377440" y="2397760"/>
              <a:ext cx="2741369" cy="646331"/>
            </a:xfrm>
            <a:prstGeom prst="roundRect">
              <a:avLst>
                <a:gd name="adj" fmla="val 35632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381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</a:endParaRPr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3C54869B-75BD-47E5-96E4-E8A8406B400E}"/>
                </a:ext>
              </a:extLst>
            </p:cNvPr>
            <p:cNvSpPr txBox="1"/>
            <p:nvPr/>
          </p:nvSpPr>
          <p:spPr>
            <a:xfrm>
              <a:off x="2377440" y="2130511"/>
              <a:ext cx="570069" cy="5444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600" dirty="0">
                  <a:solidFill>
                    <a:srgbClr val="0E419C">
                      <a:alpha val="62000"/>
                    </a:srgbClr>
                  </a:solidFill>
                  <a:latin typeface="Impact" panose="020B0806030902050204" pitchFamily="34" charset="0"/>
                  <a:cs typeface="+mn-ea"/>
                </a:rPr>
                <a:t>03</a:t>
              </a:r>
              <a:endParaRPr lang="zh-CN" altLang="en-US" sz="3600" dirty="0">
                <a:solidFill>
                  <a:srgbClr val="0E419C">
                    <a:alpha val="62000"/>
                  </a:srgbClr>
                </a:solidFill>
                <a:latin typeface="Impact" panose="020B0806030902050204" pitchFamily="34" charset="0"/>
                <a:cs typeface="+mn-ea"/>
              </a:endParaRPr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1C071DCF-52D2-3251-AADF-4852C44E90CC}"/>
                </a:ext>
              </a:extLst>
            </p:cNvPr>
            <p:cNvSpPr txBox="1"/>
            <p:nvPr/>
          </p:nvSpPr>
          <p:spPr>
            <a:xfrm>
              <a:off x="3326197" y="2489200"/>
              <a:ext cx="1344148" cy="3110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pc="300" dirty="0">
                  <a:latin typeface="+mn-ea"/>
                  <a:cs typeface="+mn-ea"/>
                </a:rPr>
                <a:t>技术路线</a:t>
              </a:r>
            </a:p>
          </p:txBody>
        </p:sp>
      </p:grpSp>
      <p:sp>
        <p:nvSpPr>
          <p:cNvPr id="27" name="文本框 23">
            <a:extLst>
              <a:ext uri="{FF2B5EF4-FFF2-40B4-BE49-F238E27FC236}">
                <a16:creationId xmlns:a16="http://schemas.microsoft.com/office/drawing/2014/main" id="{7A03B762-2DE3-7D39-E24E-04DA274F69DA}"/>
              </a:ext>
            </a:extLst>
          </p:cNvPr>
          <p:cNvSpPr txBox="1"/>
          <p:nvPr/>
        </p:nvSpPr>
        <p:spPr>
          <a:xfrm>
            <a:off x="2532252" y="4811146"/>
            <a:ext cx="23241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i="1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Technical Approach</a:t>
            </a:r>
            <a:endParaRPr lang="zh-CN" altLang="en-US" sz="1400" i="1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606A8805-B754-7869-7D02-CC4A1F978213}"/>
              </a:ext>
            </a:extLst>
          </p:cNvPr>
          <p:cNvGrpSpPr/>
          <p:nvPr/>
        </p:nvGrpSpPr>
        <p:grpSpPr>
          <a:xfrm>
            <a:off x="6915255" y="2042377"/>
            <a:ext cx="3254563" cy="1084606"/>
            <a:chOff x="2377440" y="2130511"/>
            <a:chExt cx="2741369" cy="913580"/>
          </a:xfrm>
        </p:grpSpPr>
        <p:sp>
          <p:nvSpPr>
            <p:cNvPr id="36" name="矩形: 圆角 35">
              <a:extLst>
                <a:ext uri="{FF2B5EF4-FFF2-40B4-BE49-F238E27FC236}">
                  <a16:creationId xmlns:a16="http://schemas.microsoft.com/office/drawing/2014/main" id="{C5E5315F-1F18-79CE-CB09-F7999227B29E}"/>
                </a:ext>
              </a:extLst>
            </p:cNvPr>
            <p:cNvSpPr/>
            <p:nvPr/>
          </p:nvSpPr>
          <p:spPr>
            <a:xfrm>
              <a:off x="2377440" y="2397760"/>
              <a:ext cx="2741369" cy="646331"/>
            </a:xfrm>
            <a:prstGeom prst="roundRect">
              <a:avLst>
                <a:gd name="adj" fmla="val 35632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381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</a:endParaRP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E926F4ED-13C0-4B2A-EE58-CC70B51B1109}"/>
                </a:ext>
              </a:extLst>
            </p:cNvPr>
            <p:cNvSpPr txBox="1"/>
            <p:nvPr/>
          </p:nvSpPr>
          <p:spPr>
            <a:xfrm>
              <a:off x="2377440" y="2130511"/>
              <a:ext cx="559267" cy="5444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600" dirty="0">
                  <a:solidFill>
                    <a:srgbClr val="0E419C">
                      <a:alpha val="62000"/>
                    </a:srgbClr>
                  </a:solidFill>
                  <a:latin typeface="Impact" panose="020B0806030902050204" pitchFamily="34" charset="0"/>
                  <a:cs typeface="+mn-ea"/>
                </a:rPr>
                <a:t>02</a:t>
              </a:r>
              <a:endParaRPr lang="zh-CN" altLang="en-US" sz="3600" dirty="0">
                <a:solidFill>
                  <a:srgbClr val="0E419C">
                    <a:alpha val="62000"/>
                  </a:srgbClr>
                </a:solidFill>
                <a:latin typeface="Impact" panose="020B0806030902050204" pitchFamily="34" charset="0"/>
                <a:cs typeface="+mn-ea"/>
              </a:endParaRPr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A07A952C-C04B-22D8-2E78-9EC05788EA36}"/>
                </a:ext>
              </a:extLst>
            </p:cNvPr>
            <p:cNvSpPr txBox="1"/>
            <p:nvPr/>
          </p:nvSpPr>
          <p:spPr>
            <a:xfrm>
              <a:off x="3269775" y="2489200"/>
              <a:ext cx="1344148" cy="3110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pc="300" dirty="0">
                  <a:latin typeface="+mn-ea"/>
                  <a:cs typeface="+mn-ea"/>
                </a:rPr>
                <a:t>需求分析</a:t>
              </a: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4642B567-EA4B-F328-5546-BEA4885445C9}"/>
              </a:ext>
            </a:extLst>
          </p:cNvPr>
          <p:cNvGrpSpPr/>
          <p:nvPr/>
        </p:nvGrpSpPr>
        <p:grpSpPr>
          <a:xfrm>
            <a:off x="6915255" y="4052717"/>
            <a:ext cx="3254563" cy="1084606"/>
            <a:chOff x="2377440" y="2130511"/>
            <a:chExt cx="2741369" cy="913580"/>
          </a:xfrm>
        </p:grpSpPr>
        <p:sp>
          <p:nvSpPr>
            <p:cNvPr id="40" name="矩形: 圆角 39">
              <a:extLst>
                <a:ext uri="{FF2B5EF4-FFF2-40B4-BE49-F238E27FC236}">
                  <a16:creationId xmlns:a16="http://schemas.microsoft.com/office/drawing/2014/main" id="{07CAC9D9-AC81-B728-0E0A-74EA2E10DE25}"/>
                </a:ext>
              </a:extLst>
            </p:cNvPr>
            <p:cNvSpPr/>
            <p:nvPr/>
          </p:nvSpPr>
          <p:spPr>
            <a:xfrm>
              <a:off x="2377440" y="2397760"/>
              <a:ext cx="2741369" cy="646331"/>
            </a:xfrm>
            <a:prstGeom prst="roundRect">
              <a:avLst>
                <a:gd name="adj" fmla="val 35632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381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</a:endParaRPr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ED3BB787-23C5-CF8B-331C-7D3FD18E044B}"/>
                </a:ext>
              </a:extLst>
            </p:cNvPr>
            <p:cNvSpPr txBox="1"/>
            <p:nvPr/>
          </p:nvSpPr>
          <p:spPr>
            <a:xfrm>
              <a:off x="2377440" y="2130511"/>
              <a:ext cx="557917" cy="5444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600" dirty="0">
                  <a:solidFill>
                    <a:srgbClr val="0E419C">
                      <a:alpha val="62000"/>
                    </a:srgbClr>
                  </a:solidFill>
                  <a:latin typeface="Impact" panose="020B0806030902050204" pitchFamily="34" charset="0"/>
                  <a:cs typeface="+mn-ea"/>
                </a:rPr>
                <a:t>04</a:t>
              </a:r>
              <a:endParaRPr lang="zh-CN" altLang="en-US" sz="3600" dirty="0">
                <a:solidFill>
                  <a:srgbClr val="0E419C">
                    <a:alpha val="62000"/>
                  </a:srgbClr>
                </a:solidFill>
                <a:latin typeface="Impact" panose="020B0806030902050204" pitchFamily="34" charset="0"/>
                <a:cs typeface="+mn-ea"/>
              </a:endParaRPr>
            </a:p>
          </p:txBody>
        </p: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E9DF66D6-B0ED-2DD7-C30C-A70BB130E8A1}"/>
                </a:ext>
              </a:extLst>
            </p:cNvPr>
            <p:cNvSpPr txBox="1"/>
            <p:nvPr/>
          </p:nvSpPr>
          <p:spPr>
            <a:xfrm>
              <a:off x="3192469" y="2458253"/>
              <a:ext cx="1344148" cy="3110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pc="300" dirty="0">
                  <a:latin typeface="+mn-ea"/>
                  <a:cs typeface="+mn-ea"/>
                </a:rPr>
                <a:t>进度与分工</a:t>
              </a:r>
            </a:p>
          </p:txBody>
        </p:sp>
      </p:grpSp>
      <p:sp>
        <p:nvSpPr>
          <p:cNvPr id="26" name="文本框 18">
            <a:extLst>
              <a:ext uri="{FF2B5EF4-FFF2-40B4-BE49-F238E27FC236}">
                <a16:creationId xmlns:a16="http://schemas.microsoft.com/office/drawing/2014/main" id="{C4291480-CF16-BA11-E84F-0A966F67F22E}"/>
              </a:ext>
            </a:extLst>
          </p:cNvPr>
          <p:cNvSpPr txBox="1"/>
          <p:nvPr/>
        </p:nvSpPr>
        <p:spPr>
          <a:xfrm>
            <a:off x="7650694" y="2769509"/>
            <a:ext cx="23241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i="1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Requirements Analysis</a:t>
            </a:r>
            <a:endParaRPr lang="zh-CN" altLang="en-US" sz="1400" i="1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文本框 28">
            <a:extLst>
              <a:ext uri="{FF2B5EF4-FFF2-40B4-BE49-F238E27FC236}">
                <a16:creationId xmlns:a16="http://schemas.microsoft.com/office/drawing/2014/main" id="{889FBA49-4E4D-460B-8C86-CAA36C41446C}"/>
              </a:ext>
            </a:extLst>
          </p:cNvPr>
          <p:cNvSpPr txBox="1"/>
          <p:nvPr/>
        </p:nvSpPr>
        <p:spPr>
          <a:xfrm>
            <a:off x="7802759" y="4813435"/>
            <a:ext cx="23241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i="1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Schedule &amp; Roles</a:t>
            </a:r>
            <a:endParaRPr lang="zh-CN" altLang="en-US" sz="1400" i="1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19284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ṡ1íḋe"/>
          <p:cNvSpPr/>
          <p:nvPr/>
        </p:nvSpPr>
        <p:spPr>
          <a:xfrm>
            <a:off x="-11552" y="-1"/>
            <a:ext cx="12215105" cy="620689"/>
          </a:xfrm>
          <a:prstGeom prst="rect">
            <a:avLst/>
          </a:prstGeom>
          <a:solidFill>
            <a:srgbClr val="0E41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5" name="iṡḻîdê"/>
          <p:cNvSpPr/>
          <p:nvPr/>
        </p:nvSpPr>
        <p:spPr>
          <a:xfrm>
            <a:off x="0" y="0"/>
            <a:ext cx="12192000" cy="3445288"/>
          </a:xfrm>
          <a:prstGeom prst="rect">
            <a:avLst/>
          </a:prstGeom>
          <a:solidFill>
            <a:srgbClr val="122E66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D19D9943-2FC6-8BAB-6D63-95EB695E6EAF}"/>
              </a:ext>
            </a:extLst>
          </p:cNvPr>
          <p:cNvCxnSpPr>
            <a:cxnSpLocks/>
          </p:cNvCxnSpPr>
          <p:nvPr/>
        </p:nvCxnSpPr>
        <p:spPr>
          <a:xfrm flipV="1">
            <a:off x="707718" y="856366"/>
            <a:ext cx="0" cy="355445"/>
          </a:xfrm>
          <a:prstGeom prst="line">
            <a:avLst/>
          </a:prstGeom>
          <a:ln w="79375">
            <a:solidFill>
              <a:srgbClr val="122E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>
            <a:extLst>
              <a:ext uri="{FF2B5EF4-FFF2-40B4-BE49-F238E27FC236}">
                <a16:creationId xmlns:a16="http://schemas.microsoft.com/office/drawing/2014/main" id="{3C4E42A1-1173-BF65-9D51-B943970D3E2D}"/>
              </a:ext>
            </a:extLst>
          </p:cNvPr>
          <p:cNvGrpSpPr/>
          <p:nvPr/>
        </p:nvGrpSpPr>
        <p:grpSpPr>
          <a:xfrm>
            <a:off x="1960642" y="2497257"/>
            <a:ext cx="8323142" cy="1816661"/>
            <a:chOff x="2377440" y="2692400"/>
            <a:chExt cx="2741369" cy="589280"/>
          </a:xfrm>
        </p:grpSpPr>
        <p:sp>
          <p:nvSpPr>
            <p:cNvPr id="26" name="矩形: 圆角 25">
              <a:extLst>
                <a:ext uri="{FF2B5EF4-FFF2-40B4-BE49-F238E27FC236}">
                  <a16:creationId xmlns:a16="http://schemas.microsoft.com/office/drawing/2014/main" id="{E022AB89-6D0B-C080-6500-2EB0B2CD2722}"/>
                </a:ext>
              </a:extLst>
            </p:cNvPr>
            <p:cNvSpPr/>
            <p:nvPr/>
          </p:nvSpPr>
          <p:spPr>
            <a:xfrm>
              <a:off x="2377440" y="2692400"/>
              <a:ext cx="2741369" cy="589280"/>
            </a:xfrm>
            <a:prstGeom prst="roundRect">
              <a:avLst>
                <a:gd name="adj" fmla="val 35632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381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</a:endParaRPr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67BBD986-2291-1F82-C6D6-5A39C9F1F1B9}"/>
                </a:ext>
              </a:extLst>
            </p:cNvPr>
            <p:cNvSpPr txBox="1"/>
            <p:nvPr/>
          </p:nvSpPr>
          <p:spPr>
            <a:xfrm>
              <a:off x="3313348" y="2879824"/>
              <a:ext cx="852286" cy="2296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000" spc="600" dirty="0">
                  <a:solidFill>
                    <a:srgbClr val="122E66"/>
                  </a:solidFill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+mn-ea"/>
                </a:rPr>
                <a:t>项目概述</a:t>
              </a:r>
            </a:p>
          </p:txBody>
        </p:sp>
      </p:grpSp>
      <p:sp>
        <p:nvSpPr>
          <p:cNvPr id="34" name="文本框 33">
            <a:extLst>
              <a:ext uri="{FF2B5EF4-FFF2-40B4-BE49-F238E27FC236}">
                <a16:creationId xmlns:a16="http://schemas.microsoft.com/office/drawing/2014/main" id="{52C36C23-5CCB-7DCD-395D-9BF5E016C560}"/>
              </a:ext>
            </a:extLst>
          </p:cNvPr>
          <p:cNvSpPr txBox="1"/>
          <p:nvPr/>
        </p:nvSpPr>
        <p:spPr>
          <a:xfrm>
            <a:off x="1960642" y="2121849"/>
            <a:ext cx="2587647" cy="264687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16600" dirty="0">
                <a:solidFill>
                  <a:schemeClr val="bg1">
                    <a:lumMod val="85000"/>
                    <a:alpha val="62000"/>
                  </a:schemeClr>
                </a:solidFill>
                <a:latin typeface="Impact" panose="020B0806030902050204" pitchFamily="34" charset="0"/>
                <a:cs typeface="+mn-ea"/>
              </a:rPr>
              <a:t>01</a:t>
            </a:r>
            <a:endParaRPr lang="zh-CN" altLang="en-US" sz="16600" dirty="0">
              <a:solidFill>
                <a:schemeClr val="bg1">
                  <a:lumMod val="85000"/>
                  <a:alpha val="62000"/>
                </a:schemeClr>
              </a:solidFill>
              <a:latin typeface="Impact" panose="020B0806030902050204" pitchFamily="34" charset="0"/>
              <a:cs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ṡ1íḋe"/>
          <p:cNvSpPr/>
          <p:nvPr/>
        </p:nvSpPr>
        <p:spPr>
          <a:xfrm>
            <a:off x="-11552" y="-1"/>
            <a:ext cx="12215105" cy="620689"/>
          </a:xfrm>
          <a:prstGeom prst="rect">
            <a:avLst/>
          </a:prstGeom>
          <a:solidFill>
            <a:srgbClr val="0E41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5" name="iṡḻîdê"/>
          <p:cNvSpPr/>
          <p:nvPr/>
        </p:nvSpPr>
        <p:spPr>
          <a:xfrm>
            <a:off x="0" y="0"/>
            <a:ext cx="12192000" cy="3445288"/>
          </a:xfrm>
          <a:prstGeom prst="rect">
            <a:avLst/>
          </a:prstGeom>
          <a:solidFill>
            <a:srgbClr val="122E66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9" name="iš1íḍè"/>
          <p:cNvSpPr/>
          <p:nvPr/>
        </p:nvSpPr>
        <p:spPr>
          <a:xfrm>
            <a:off x="274736" y="404664"/>
            <a:ext cx="11608824" cy="59555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1600" sx="101000" sy="101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500" b="1" i="0" u="none" strike="noStrike" kern="1200" cap="none" spc="30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035D2321-05FE-9F25-86C1-AEFCCDE9F710}"/>
              </a:ext>
            </a:extLst>
          </p:cNvPr>
          <p:cNvGrpSpPr/>
          <p:nvPr/>
        </p:nvGrpSpPr>
        <p:grpSpPr>
          <a:xfrm>
            <a:off x="707718" y="813975"/>
            <a:ext cx="3828219" cy="430887"/>
            <a:chOff x="707718" y="813975"/>
            <a:chExt cx="3828219" cy="430887"/>
          </a:xfrm>
        </p:grpSpPr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D19D9943-2FC6-8BAB-6D63-95EB695E6EA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7718" y="856366"/>
              <a:ext cx="0" cy="355445"/>
            </a:xfrm>
            <a:prstGeom prst="line">
              <a:avLst/>
            </a:prstGeom>
            <a:ln w="79375">
              <a:solidFill>
                <a:srgbClr val="122E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361DDB0D-F6B0-8357-BAF3-6B13EA04797F}"/>
                </a:ext>
              </a:extLst>
            </p:cNvPr>
            <p:cNvSpPr txBox="1"/>
            <p:nvPr/>
          </p:nvSpPr>
          <p:spPr>
            <a:xfrm>
              <a:off x="841558" y="813975"/>
              <a:ext cx="3694379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srgbClr val="00156C"/>
                  </a:solidFill>
                  <a:effectLst/>
                  <a:uLnTx/>
                  <a:uFillTx/>
                  <a:latin typeface="+mn-ea"/>
                  <a:cs typeface="+mn-ea"/>
                </a:rPr>
                <a:t>项目背景与目标</a:t>
              </a:r>
            </a:p>
          </p:txBody>
        </p:sp>
      </p:grpSp>
      <p:sp>
        <p:nvSpPr>
          <p:cNvPr id="25" name="矩形 24">
            <a:extLst>
              <a:ext uri="{FF2B5EF4-FFF2-40B4-BE49-F238E27FC236}">
                <a16:creationId xmlns:a16="http://schemas.microsoft.com/office/drawing/2014/main" id="{6CD58DC7-E7B5-833D-3CC0-CA42A2AD4F18}"/>
              </a:ext>
            </a:extLst>
          </p:cNvPr>
          <p:cNvSpPr/>
          <p:nvPr/>
        </p:nvSpPr>
        <p:spPr>
          <a:xfrm>
            <a:off x="3945190" y="1483192"/>
            <a:ext cx="7260043" cy="20381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buClr>
                <a:srgbClr val="0E419C"/>
              </a:buClr>
            </a:pPr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Open Sans Light" panose="020B0306030504020204" pitchFamily="34" charset="0"/>
              <a:cs typeface="Arial" panose="020B0604020202020204" pitchFamily="34" charset="0"/>
              <a:sym typeface="Segoe UI Symbol" panose="020B0502040204020203" pitchFamily="34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28A4184-7D15-284E-F51E-58D8BE36DAD4}"/>
              </a:ext>
            </a:extLst>
          </p:cNvPr>
          <p:cNvSpPr/>
          <p:nvPr/>
        </p:nvSpPr>
        <p:spPr>
          <a:xfrm>
            <a:off x="905915" y="3850812"/>
            <a:ext cx="7260043" cy="20381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buClr>
                <a:srgbClr val="0E419C"/>
              </a:buClr>
            </a:pPr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Open Sans Light" panose="020B0306030504020204" pitchFamily="34" charset="0"/>
              <a:cs typeface="Arial" panose="020B0604020202020204" pitchFamily="34" charset="0"/>
              <a:sym typeface="Segoe UI Symbol" panose="020B0502040204020203" pitchFamily="34" charset="0"/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7A04670F-8D73-596A-3D69-0DF3ACA96B07}"/>
              </a:ext>
            </a:extLst>
          </p:cNvPr>
          <p:cNvSpPr/>
          <p:nvPr/>
        </p:nvSpPr>
        <p:spPr>
          <a:xfrm>
            <a:off x="841558" y="2065375"/>
            <a:ext cx="3310742" cy="500237"/>
          </a:xfrm>
          <a:prstGeom prst="roundRect">
            <a:avLst>
              <a:gd name="adj" fmla="val 0"/>
            </a:avLst>
          </a:prstGeom>
          <a:gradFill>
            <a:gsLst>
              <a:gs pos="100000">
                <a:srgbClr val="0E419C"/>
              </a:gs>
              <a:gs pos="0">
                <a:srgbClr val="0E419C">
                  <a:alpha val="0"/>
                </a:srgb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spc="600" dirty="0"/>
              <a:t>项目背景</a:t>
            </a:r>
          </a:p>
        </p:txBody>
      </p:sp>
      <p:pic>
        <p:nvPicPr>
          <p:cNvPr id="28" name="图形 27">
            <a:extLst>
              <a:ext uri="{FF2B5EF4-FFF2-40B4-BE49-F238E27FC236}">
                <a16:creationId xmlns:a16="http://schemas.microsoft.com/office/drawing/2014/main" id="{DF6DC337-7878-A206-DAB3-CD67FF36BE4E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4186" y="2100049"/>
            <a:ext cx="430888" cy="430888"/>
          </a:xfrm>
          <a:prstGeom prst="rect">
            <a:avLst/>
          </a:prstGeom>
        </p:spPr>
      </p:pic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9AB81916-70D9-7BA1-BC4B-F6FCA3137176}"/>
              </a:ext>
            </a:extLst>
          </p:cNvPr>
          <p:cNvSpPr/>
          <p:nvPr/>
        </p:nvSpPr>
        <p:spPr>
          <a:xfrm>
            <a:off x="8077822" y="4619775"/>
            <a:ext cx="3310742" cy="500237"/>
          </a:xfrm>
          <a:prstGeom prst="roundRect">
            <a:avLst>
              <a:gd name="adj" fmla="val 0"/>
            </a:avLst>
          </a:prstGeom>
          <a:gradFill>
            <a:gsLst>
              <a:gs pos="100000">
                <a:srgbClr val="0E419C">
                  <a:alpha val="0"/>
                </a:srgbClr>
              </a:gs>
              <a:gs pos="0">
                <a:srgbClr val="0E419C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spc="600" dirty="0"/>
              <a:t>项目目标</a:t>
            </a:r>
          </a:p>
        </p:txBody>
      </p:sp>
      <p:pic>
        <p:nvPicPr>
          <p:cNvPr id="32" name="图形 31">
            <a:extLst>
              <a:ext uri="{FF2B5EF4-FFF2-40B4-BE49-F238E27FC236}">
                <a16:creationId xmlns:a16="http://schemas.microsoft.com/office/drawing/2014/main" id="{62A4A411-8C6A-1E2C-1615-30B2F4163C08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97801" y="4619775"/>
            <a:ext cx="488038" cy="488038"/>
          </a:xfrm>
          <a:prstGeom prst="rect">
            <a:avLst/>
          </a:prstGeom>
        </p:spPr>
      </p:pic>
      <p:sp>
        <p:nvSpPr>
          <p:cNvPr id="34" name="文本框 33">
            <a:extLst>
              <a:ext uri="{FF2B5EF4-FFF2-40B4-BE49-F238E27FC236}">
                <a16:creationId xmlns:a16="http://schemas.microsoft.com/office/drawing/2014/main" id="{F02692BD-3581-9909-7427-FD0CEAD7F755}"/>
              </a:ext>
            </a:extLst>
          </p:cNvPr>
          <p:cNvSpPr txBox="1"/>
          <p:nvPr/>
        </p:nvSpPr>
        <p:spPr>
          <a:xfrm>
            <a:off x="4315620" y="1677020"/>
            <a:ext cx="6582181" cy="1530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rgbClr val="122E66"/>
              </a:buClr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+mj-ea"/>
                <a:ea typeface="+mj-ea"/>
              </a:rPr>
              <a:t>校园快递量日益增多，许多学生因上课、实习等原因无法及时取件，同时存在有闲暇时间的学生愿意通过跑腿赚取少量报酬。本系统旨在搭建一个校园内的快递代取信息平台，让发布任务与接单更加便捷、规范。</a:t>
            </a:r>
            <a:endParaRPr lang="zh-CN" altLang="en-US" sz="1600" dirty="0">
              <a:solidFill>
                <a:schemeClr val="tx1">
                  <a:lumMod val="50000"/>
                  <a:lumOff val="50000"/>
                </a:schemeClr>
              </a:solidFill>
              <a:latin typeface="+mj-ea"/>
              <a:ea typeface="+mj-ea"/>
              <a:cs typeface="+mn-ea"/>
              <a:sym typeface="+mn-lt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786CEF28-D1B1-6A56-472F-641A467E7869}"/>
              </a:ext>
            </a:extLst>
          </p:cNvPr>
          <p:cNvSpPr txBox="1"/>
          <p:nvPr/>
        </p:nvSpPr>
        <p:spPr>
          <a:xfrm>
            <a:off x="1174531" y="4172616"/>
            <a:ext cx="6582181" cy="11609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rgbClr val="122E66"/>
              </a:buClr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+mj-ea"/>
                <a:ea typeface="+mj-ea"/>
                <a:sym typeface="+mn-lt"/>
              </a:rPr>
              <a:t>实现一个快递代取跑腿管理系统，支持学生发布取件订单、跑腿员浏览并接单、订单状态实时跟踪（待接单→已接单→配送中→已完成），并提供个人订单管理功能。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CFC80280-2747-82EC-5495-248D805CF1BA}"/>
              </a:ext>
            </a:extLst>
          </p:cNvPr>
          <p:cNvSpPr/>
          <p:nvPr/>
        </p:nvSpPr>
        <p:spPr>
          <a:xfrm>
            <a:off x="274736" y="6432194"/>
            <a:ext cx="1608856" cy="367807"/>
          </a:xfrm>
          <a:prstGeom prst="homePlat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cs typeface="+mn-ea"/>
              </a:rPr>
              <a:t>项目概述</a:t>
            </a:r>
          </a:p>
        </p:txBody>
      </p:sp>
    </p:spTree>
    <p:extLst>
      <p:ext uri="{BB962C8B-B14F-4D97-AF65-F5344CB8AC3E}">
        <p14:creationId xmlns:p14="http://schemas.microsoft.com/office/powerpoint/2010/main" val="22830422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A05D110F-D9E6-00B1-B863-A8FC9C5F2CC5}"/>
              </a:ext>
            </a:extLst>
          </p:cNvPr>
          <p:cNvSpPr/>
          <p:nvPr/>
        </p:nvSpPr>
        <p:spPr>
          <a:xfrm>
            <a:off x="284421" y="6453336"/>
            <a:ext cx="1608856" cy="367807"/>
          </a:xfrm>
          <a:prstGeom prst="homePlat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cs typeface="+mn-ea"/>
              </a:rPr>
              <a:t>项目概述</a:t>
            </a:r>
          </a:p>
        </p:txBody>
      </p:sp>
      <p:sp>
        <p:nvSpPr>
          <p:cNvPr id="4" name="iṡ1íḋe"/>
          <p:cNvSpPr/>
          <p:nvPr/>
        </p:nvSpPr>
        <p:spPr>
          <a:xfrm>
            <a:off x="-11552" y="-1"/>
            <a:ext cx="12215105" cy="620689"/>
          </a:xfrm>
          <a:prstGeom prst="rect">
            <a:avLst/>
          </a:prstGeom>
          <a:solidFill>
            <a:srgbClr val="0E41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5" name="iṡḻîdê"/>
          <p:cNvSpPr/>
          <p:nvPr/>
        </p:nvSpPr>
        <p:spPr>
          <a:xfrm>
            <a:off x="0" y="0"/>
            <a:ext cx="12192000" cy="3445288"/>
          </a:xfrm>
          <a:prstGeom prst="rect">
            <a:avLst/>
          </a:prstGeom>
          <a:solidFill>
            <a:srgbClr val="122E66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9" name="iš1íḍè"/>
          <p:cNvSpPr/>
          <p:nvPr/>
        </p:nvSpPr>
        <p:spPr>
          <a:xfrm>
            <a:off x="274736" y="404664"/>
            <a:ext cx="11608824" cy="59555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1600" sx="101000" sy="101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500" b="1" i="0" u="none" strike="noStrike" kern="1200" cap="none" spc="30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035D2321-05FE-9F25-86C1-AEFCCDE9F710}"/>
              </a:ext>
            </a:extLst>
          </p:cNvPr>
          <p:cNvGrpSpPr/>
          <p:nvPr/>
        </p:nvGrpSpPr>
        <p:grpSpPr>
          <a:xfrm>
            <a:off x="707718" y="813975"/>
            <a:ext cx="3828219" cy="430887"/>
            <a:chOff x="707718" y="813975"/>
            <a:chExt cx="3828219" cy="430887"/>
          </a:xfrm>
        </p:grpSpPr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D19D9943-2FC6-8BAB-6D63-95EB695E6EA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7718" y="856366"/>
              <a:ext cx="0" cy="355445"/>
            </a:xfrm>
            <a:prstGeom prst="line">
              <a:avLst/>
            </a:prstGeom>
            <a:ln w="79375">
              <a:solidFill>
                <a:srgbClr val="122E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361DDB0D-F6B0-8357-BAF3-6B13EA04797F}"/>
                </a:ext>
              </a:extLst>
            </p:cNvPr>
            <p:cNvSpPr txBox="1"/>
            <p:nvPr/>
          </p:nvSpPr>
          <p:spPr>
            <a:xfrm>
              <a:off x="841558" y="813975"/>
              <a:ext cx="3694379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srgbClr val="00156C"/>
                  </a:solidFill>
                  <a:effectLst/>
                  <a:uLnTx/>
                  <a:uFillTx/>
                  <a:latin typeface="+mn-ea"/>
                  <a:cs typeface="+mn-ea"/>
                </a:rPr>
                <a:t>开发环境与条件</a:t>
              </a:r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8221ABDB-AFFE-F42A-9B30-12706750C2C5}"/>
              </a:ext>
            </a:extLst>
          </p:cNvPr>
          <p:cNvGrpSpPr/>
          <p:nvPr/>
        </p:nvGrpSpPr>
        <p:grpSpPr>
          <a:xfrm>
            <a:off x="7853589" y="1556082"/>
            <a:ext cx="3644900" cy="1828799"/>
            <a:chOff x="7843964" y="1244601"/>
            <a:chExt cx="3644900" cy="1828799"/>
          </a:xfrm>
        </p:grpSpPr>
        <p:sp>
          <p:nvSpPr>
            <p:cNvPr id="26" name="矩形: 圆角 25">
              <a:extLst>
                <a:ext uri="{FF2B5EF4-FFF2-40B4-BE49-F238E27FC236}">
                  <a16:creationId xmlns:a16="http://schemas.microsoft.com/office/drawing/2014/main" id="{2BF82DCD-3075-E4CC-2A3E-F4A3F7C17DEA}"/>
                </a:ext>
              </a:extLst>
            </p:cNvPr>
            <p:cNvSpPr/>
            <p:nvPr/>
          </p:nvSpPr>
          <p:spPr>
            <a:xfrm>
              <a:off x="7843964" y="1244601"/>
              <a:ext cx="3644900" cy="1828799"/>
            </a:xfrm>
            <a:prstGeom prst="roundRect">
              <a:avLst>
                <a:gd name="adj" fmla="val 6448"/>
              </a:avLst>
            </a:pr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95000"/>
                    <a:alpha val="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59E5DC8C-5350-A030-D344-CFFBFC0C8688}"/>
                </a:ext>
              </a:extLst>
            </p:cNvPr>
            <p:cNvSpPr txBox="1"/>
            <p:nvPr/>
          </p:nvSpPr>
          <p:spPr>
            <a:xfrm>
              <a:off x="8254062" y="1409701"/>
              <a:ext cx="1437752" cy="4648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CN" altLang="en-US" spc="300" dirty="0">
                  <a:solidFill>
                    <a:srgbClr val="122E66"/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rPr>
                <a:t>数据库</a:t>
              </a:r>
              <a:endParaRPr lang="zh-CN" altLang="en-US" sz="1800" spc="300" dirty="0">
                <a:solidFill>
                  <a:srgbClr val="122E66"/>
                </a:solidFill>
                <a:latin typeface="思源黑体 CN Bold"/>
                <a:ea typeface="思源宋体 CN" panose="02020400000000000000" pitchFamily="18" charset="-122"/>
                <a:cs typeface="+mn-ea"/>
                <a:sym typeface="+mn-lt"/>
              </a:endParaRPr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0385EBBE-17A3-9221-335B-9BBFE6DF5380}"/>
                </a:ext>
              </a:extLst>
            </p:cNvPr>
            <p:cNvSpPr txBox="1"/>
            <p:nvPr/>
          </p:nvSpPr>
          <p:spPr>
            <a:xfrm>
              <a:off x="8205445" y="2116050"/>
              <a:ext cx="2921938" cy="5062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en-US" altLang="zh-CN" sz="2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rPr>
                <a:t>MySQL 8.0</a:t>
              </a:r>
              <a:endParaRPr lang="zh-CN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 CN Bold"/>
                <a:ea typeface="思源宋体 CN" panose="02020400000000000000" pitchFamily="18" charset="-122"/>
                <a:cs typeface="+mn-ea"/>
                <a:sym typeface="+mn-lt"/>
              </a:endParaRPr>
            </a:p>
          </p:txBody>
        </p: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9299B63C-9AD9-682E-362E-295E32D8CB70}"/>
                </a:ext>
              </a:extLst>
            </p:cNvPr>
            <p:cNvCxnSpPr/>
            <p:nvPr/>
          </p:nvCxnSpPr>
          <p:spPr>
            <a:xfrm>
              <a:off x="8228662" y="1549400"/>
              <a:ext cx="0" cy="287072"/>
            </a:xfrm>
            <a:prstGeom prst="line">
              <a:avLst/>
            </a:prstGeom>
            <a:ln w="50800">
              <a:solidFill>
                <a:srgbClr val="122E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066FA5F4-F54E-B054-6BD1-6FB82BAE50E8}"/>
              </a:ext>
            </a:extLst>
          </p:cNvPr>
          <p:cNvGrpSpPr/>
          <p:nvPr/>
        </p:nvGrpSpPr>
        <p:grpSpPr>
          <a:xfrm>
            <a:off x="7876806" y="4076868"/>
            <a:ext cx="3644900" cy="1828799"/>
            <a:chOff x="7867181" y="1232069"/>
            <a:chExt cx="3644900" cy="1828799"/>
          </a:xfrm>
        </p:grpSpPr>
        <p:sp>
          <p:nvSpPr>
            <p:cNvPr id="33" name="矩形: 圆角 32">
              <a:extLst>
                <a:ext uri="{FF2B5EF4-FFF2-40B4-BE49-F238E27FC236}">
                  <a16:creationId xmlns:a16="http://schemas.microsoft.com/office/drawing/2014/main" id="{9715FAB1-A6DA-C762-2AEE-F83BC2B5F551}"/>
                </a:ext>
              </a:extLst>
            </p:cNvPr>
            <p:cNvSpPr/>
            <p:nvPr/>
          </p:nvSpPr>
          <p:spPr>
            <a:xfrm>
              <a:off x="7867181" y="1232069"/>
              <a:ext cx="3644900" cy="1828799"/>
            </a:xfrm>
            <a:prstGeom prst="roundRect">
              <a:avLst>
                <a:gd name="adj" fmla="val 6448"/>
              </a:avLst>
            </a:pr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95000"/>
                    <a:alpha val="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CB64C4C3-20F1-64D4-4089-595961A1BC79}"/>
                </a:ext>
              </a:extLst>
            </p:cNvPr>
            <p:cNvSpPr txBox="1"/>
            <p:nvPr/>
          </p:nvSpPr>
          <p:spPr>
            <a:xfrm>
              <a:off x="8254062" y="1409701"/>
              <a:ext cx="1437752" cy="4648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CN" altLang="en-US" spc="300" dirty="0">
                  <a:solidFill>
                    <a:srgbClr val="122E66"/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rPr>
                <a:t>版本控制</a:t>
              </a:r>
              <a:endParaRPr lang="zh-CN" altLang="en-US" sz="1800" spc="300" dirty="0">
                <a:solidFill>
                  <a:srgbClr val="122E66"/>
                </a:solidFill>
                <a:latin typeface="思源黑体 CN Bold"/>
                <a:ea typeface="思源宋体 CN" panose="02020400000000000000" pitchFamily="18" charset="-122"/>
                <a:cs typeface="+mn-ea"/>
                <a:sym typeface="+mn-lt"/>
              </a:endParaRPr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7E0F3F7B-6CA6-8D62-3B19-C2D4270B8028}"/>
                </a:ext>
              </a:extLst>
            </p:cNvPr>
            <p:cNvSpPr txBox="1"/>
            <p:nvPr/>
          </p:nvSpPr>
          <p:spPr>
            <a:xfrm>
              <a:off x="8205445" y="2052204"/>
              <a:ext cx="2921938" cy="5048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2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rPr>
                <a:t>Git + GitHub </a:t>
              </a:r>
              <a:r>
                <a:rPr lang="zh-CN" altLang="en-US" sz="2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rPr>
                <a:t>公开仓库</a:t>
              </a:r>
            </a:p>
          </p:txBody>
        </p: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92DF9ADD-2A89-B627-F685-2737F83108AE}"/>
                </a:ext>
              </a:extLst>
            </p:cNvPr>
            <p:cNvCxnSpPr/>
            <p:nvPr/>
          </p:nvCxnSpPr>
          <p:spPr>
            <a:xfrm>
              <a:off x="8228662" y="1549400"/>
              <a:ext cx="0" cy="287072"/>
            </a:xfrm>
            <a:prstGeom prst="line">
              <a:avLst/>
            </a:prstGeom>
            <a:ln w="50800">
              <a:solidFill>
                <a:srgbClr val="122E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D306213A-054B-8F8E-AC0D-1E7993DEC1A6}"/>
              </a:ext>
            </a:extLst>
          </p:cNvPr>
          <p:cNvGrpSpPr/>
          <p:nvPr/>
        </p:nvGrpSpPr>
        <p:grpSpPr>
          <a:xfrm>
            <a:off x="628650" y="1556082"/>
            <a:ext cx="3644900" cy="1828799"/>
            <a:chOff x="7843964" y="1244601"/>
            <a:chExt cx="3644900" cy="1828799"/>
          </a:xfrm>
        </p:grpSpPr>
        <p:sp>
          <p:nvSpPr>
            <p:cNvPr id="38" name="矩形: 圆角 37">
              <a:extLst>
                <a:ext uri="{FF2B5EF4-FFF2-40B4-BE49-F238E27FC236}">
                  <a16:creationId xmlns:a16="http://schemas.microsoft.com/office/drawing/2014/main" id="{A51030A4-DA2B-FA5C-C584-F37BB4FB100F}"/>
                </a:ext>
              </a:extLst>
            </p:cNvPr>
            <p:cNvSpPr/>
            <p:nvPr/>
          </p:nvSpPr>
          <p:spPr>
            <a:xfrm>
              <a:off x="7843964" y="1244601"/>
              <a:ext cx="3644900" cy="1828799"/>
            </a:xfrm>
            <a:prstGeom prst="roundRect">
              <a:avLst>
                <a:gd name="adj" fmla="val 6448"/>
              </a:avLst>
            </a:pr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95000"/>
                    <a:alpha val="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42BB8C01-8720-E889-A059-0AC887AA906D}"/>
                </a:ext>
              </a:extLst>
            </p:cNvPr>
            <p:cNvSpPr txBox="1"/>
            <p:nvPr/>
          </p:nvSpPr>
          <p:spPr>
            <a:xfrm>
              <a:off x="8254062" y="1409701"/>
              <a:ext cx="1437752" cy="4648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CN" altLang="en-US" spc="300" dirty="0">
                  <a:solidFill>
                    <a:srgbClr val="122E66"/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rPr>
                <a:t>开发工具</a:t>
              </a:r>
              <a:endParaRPr lang="zh-CN" altLang="en-US" sz="1800" spc="300" dirty="0">
                <a:solidFill>
                  <a:srgbClr val="122E66"/>
                </a:solidFill>
                <a:latin typeface="思源黑体 CN Bold"/>
                <a:ea typeface="思源宋体 CN" panose="02020400000000000000" pitchFamily="18" charset="-122"/>
                <a:cs typeface="+mn-ea"/>
                <a:sym typeface="+mn-lt"/>
              </a:endParaRPr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AD936365-5BDB-D3FE-1919-5299A5F78E74}"/>
                </a:ext>
              </a:extLst>
            </p:cNvPr>
            <p:cNvSpPr txBox="1"/>
            <p:nvPr/>
          </p:nvSpPr>
          <p:spPr>
            <a:xfrm>
              <a:off x="8228662" y="1894028"/>
              <a:ext cx="2921938" cy="9679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2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rPr>
                <a:t>VS Code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2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rPr>
                <a:t>IntelliJ IDEA</a:t>
              </a:r>
              <a:endParaRPr lang="zh-CN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 CN Bold"/>
                <a:ea typeface="思源宋体 CN" panose="02020400000000000000" pitchFamily="18" charset="-122"/>
                <a:cs typeface="+mn-ea"/>
                <a:sym typeface="+mn-lt"/>
              </a:endParaRPr>
            </a:p>
          </p:txBody>
        </p: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9B402336-E24F-FF30-20EC-4F2333D98E19}"/>
                </a:ext>
              </a:extLst>
            </p:cNvPr>
            <p:cNvCxnSpPr/>
            <p:nvPr/>
          </p:nvCxnSpPr>
          <p:spPr>
            <a:xfrm>
              <a:off x="8228662" y="1549400"/>
              <a:ext cx="0" cy="287072"/>
            </a:xfrm>
            <a:prstGeom prst="line">
              <a:avLst/>
            </a:prstGeom>
            <a:ln w="50800">
              <a:solidFill>
                <a:srgbClr val="122E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B28AC9BD-4A31-F8EE-B3B4-580D26878209}"/>
              </a:ext>
            </a:extLst>
          </p:cNvPr>
          <p:cNvGrpSpPr/>
          <p:nvPr/>
        </p:nvGrpSpPr>
        <p:grpSpPr>
          <a:xfrm>
            <a:off x="652336" y="4042716"/>
            <a:ext cx="3644900" cy="1828799"/>
            <a:chOff x="7843964" y="1244601"/>
            <a:chExt cx="3644900" cy="1828799"/>
          </a:xfrm>
        </p:grpSpPr>
        <p:sp>
          <p:nvSpPr>
            <p:cNvPr id="43" name="矩形: 圆角 42">
              <a:extLst>
                <a:ext uri="{FF2B5EF4-FFF2-40B4-BE49-F238E27FC236}">
                  <a16:creationId xmlns:a16="http://schemas.microsoft.com/office/drawing/2014/main" id="{056BFA55-221B-5C7A-70A2-EB7BE02376CA}"/>
                </a:ext>
              </a:extLst>
            </p:cNvPr>
            <p:cNvSpPr/>
            <p:nvPr/>
          </p:nvSpPr>
          <p:spPr>
            <a:xfrm>
              <a:off x="7843964" y="1244601"/>
              <a:ext cx="3644900" cy="1828799"/>
            </a:xfrm>
            <a:prstGeom prst="roundRect">
              <a:avLst>
                <a:gd name="adj" fmla="val 6448"/>
              </a:avLst>
            </a:pr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95000"/>
                    <a:alpha val="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613E21E6-9BDB-5F21-C004-A351692C762A}"/>
                </a:ext>
              </a:extLst>
            </p:cNvPr>
            <p:cNvSpPr txBox="1"/>
            <p:nvPr/>
          </p:nvSpPr>
          <p:spPr>
            <a:xfrm>
              <a:off x="8254062" y="1409701"/>
              <a:ext cx="1437752" cy="4648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CN" altLang="en-US" spc="300" dirty="0">
                  <a:solidFill>
                    <a:srgbClr val="122E66"/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rPr>
                <a:t>运行环境</a:t>
              </a:r>
              <a:endParaRPr lang="zh-CN" altLang="en-US" sz="1800" spc="300" dirty="0">
                <a:solidFill>
                  <a:srgbClr val="122E66"/>
                </a:solidFill>
                <a:latin typeface="思源黑体 CN Bold"/>
                <a:ea typeface="思源宋体 CN" panose="02020400000000000000" pitchFamily="18" charset="-122"/>
                <a:cs typeface="+mn-ea"/>
                <a:sym typeface="+mn-lt"/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3E3F10AA-F88C-AE26-CF41-A602B5BE96CC}"/>
                </a:ext>
              </a:extLst>
            </p:cNvPr>
            <p:cNvSpPr txBox="1"/>
            <p:nvPr/>
          </p:nvSpPr>
          <p:spPr>
            <a:xfrm>
              <a:off x="8228662" y="1894028"/>
              <a:ext cx="2921938" cy="9679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2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rPr>
                <a:t>JDK 17 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2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rPr>
                <a:t> Windows</a:t>
              </a:r>
              <a:endParaRPr lang="zh-CN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 CN Bold"/>
                <a:ea typeface="思源宋体 CN" panose="02020400000000000000" pitchFamily="18" charset="-122"/>
                <a:cs typeface="+mn-ea"/>
                <a:sym typeface="+mn-lt"/>
              </a:endParaRPr>
            </a:p>
          </p:txBody>
        </p: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E7E773A4-5FD5-3D85-B164-056C9E671297}"/>
                </a:ext>
              </a:extLst>
            </p:cNvPr>
            <p:cNvCxnSpPr/>
            <p:nvPr/>
          </p:nvCxnSpPr>
          <p:spPr>
            <a:xfrm>
              <a:off x="8228662" y="1549400"/>
              <a:ext cx="0" cy="287072"/>
            </a:xfrm>
            <a:prstGeom prst="line">
              <a:avLst/>
            </a:prstGeom>
            <a:ln w="50800">
              <a:solidFill>
                <a:srgbClr val="122E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C438FB6A-EF11-C01D-00F5-B2FCB069F09C}"/>
              </a:ext>
            </a:extLst>
          </p:cNvPr>
          <p:cNvGrpSpPr/>
          <p:nvPr/>
        </p:nvGrpSpPr>
        <p:grpSpPr>
          <a:xfrm>
            <a:off x="4762500" y="2108200"/>
            <a:ext cx="2667000" cy="2641600"/>
            <a:chOff x="4762500" y="2108200"/>
            <a:chExt cx="2667000" cy="2641600"/>
          </a:xfrm>
        </p:grpSpPr>
        <p:grpSp>
          <p:nvGrpSpPr>
            <p:cNvPr id="48" name="组合 47">
              <a:extLst>
                <a:ext uri="{FF2B5EF4-FFF2-40B4-BE49-F238E27FC236}">
                  <a16:creationId xmlns:a16="http://schemas.microsoft.com/office/drawing/2014/main" id="{DE29F86B-CDC6-B01D-C531-64AE6D44207E}"/>
                </a:ext>
              </a:extLst>
            </p:cNvPr>
            <p:cNvGrpSpPr/>
            <p:nvPr/>
          </p:nvGrpSpPr>
          <p:grpSpPr>
            <a:xfrm>
              <a:off x="4762500" y="2108200"/>
              <a:ext cx="2667000" cy="2641600"/>
              <a:chOff x="4013200" y="927100"/>
              <a:chExt cx="2667000" cy="2641600"/>
            </a:xfrm>
          </p:grpSpPr>
          <p:sp>
            <p:nvSpPr>
              <p:cNvPr id="53" name="泪滴形 52">
                <a:extLst>
                  <a:ext uri="{FF2B5EF4-FFF2-40B4-BE49-F238E27FC236}">
                    <a16:creationId xmlns:a16="http://schemas.microsoft.com/office/drawing/2014/main" id="{AE7BC180-9554-E3F2-FA23-B117FEF8903D}"/>
                  </a:ext>
                </a:extLst>
              </p:cNvPr>
              <p:cNvSpPr/>
              <p:nvPr/>
            </p:nvSpPr>
            <p:spPr>
              <a:xfrm>
                <a:off x="4038600" y="2311400"/>
                <a:ext cx="1257300" cy="1257300"/>
              </a:xfrm>
              <a:prstGeom prst="teardrop">
                <a:avLst/>
              </a:prstGeom>
              <a:gradFill>
                <a:gsLst>
                  <a:gs pos="0">
                    <a:srgbClr val="122E66"/>
                  </a:gs>
                  <a:gs pos="100000">
                    <a:srgbClr val="122E66">
                      <a:alpha val="95000"/>
                    </a:srgbClr>
                  </a:gs>
                </a:gsLst>
                <a:lin ang="5400000" scaled="0"/>
              </a:gradFill>
              <a:ln>
                <a:noFill/>
              </a:ln>
              <a:effectLst>
                <a:outerShdw blurRad="76200" dist="38100" algn="ctr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" name="泪滴形 53">
                <a:extLst>
                  <a:ext uri="{FF2B5EF4-FFF2-40B4-BE49-F238E27FC236}">
                    <a16:creationId xmlns:a16="http://schemas.microsoft.com/office/drawing/2014/main" id="{6B472ACD-8952-F3D3-A3EA-1EA82F77E97C}"/>
                  </a:ext>
                </a:extLst>
              </p:cNvPr>
              <p:cNvSpPr/>
              <p:nvPr/>
            </p:nvSpPr>
            <p:spPr>
              <a:xfrm rot="16200000" flipH="1">
                <a:off x="5422900" y="927100"/>
                <a:ext cx="1257300" cy="1257300"/>
              </a:xfrm>
              <a:prstGeom prst="teardrop">
                <a:avLst/>
              </a:prstGeom>
              <a:gradFill>
                <a:gsLst>
                  <a:gs pos="0">
                    <a:srgbClr val="122E66"/>
                  </a:gs>
                  <a:gs pos="100000">
                    <a:srgbClr val="122E66">
                      <a:alpha val="95000"/>
                    </a:srgbClr>
                  </a:gs>
                </a:gsLst>
                <a:lin ang="5400000" scaled="0"/>
              </a:gradFill>
              <a:ln>
                <a:noFill/>
              </a:ln>
              <a:effectLst>
                <a:outerShdw blurRad="76200" dist="38100" algn="ctr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" name="泪滴形 54">
                <a:extLst>
                  <a:ext uri="{FF2B5EF4-FFF2-40B4-BE49-F238E27FC236}">
                    <a16:creationId xmlns:a16="http://schemas.microsoft.com/office/drawing/2014/main" id="{D8CD9E3C-B2E8-E048-013A-352B664238E9}"/>
                  </a:ext>
                </a:extLst>
              </p:cNvPr>
              <p:cNvSpPr/>
              <p:nvPr/>
            </p:nvSpPr>
            <p:spPr>
              <a:xfrm rot="5400000">
                <a:off x="4013200" y="927100"/>
                <a:ext cx="1257300" cy="1257300"/>
              </a:xfrm>
              <a:prstGeom prst="teardrop">
                <a:avLst/>
              </a:prstGeom>
              <a:gradFill>
                <a:gsLst>
                  <a:gs pos="0">
                    <a:srgbClr val="122E66"/>
                  </a:gs>
                  <a:gs pos="100000">
                    <a:srgbClr val="122E66">
                      <a:alpha val="95000"/>
                    </a:srgbClr>
                  </a:gs>
                </a:gsLst>
                <a:lin ang="5400000" scaled="0"/>
              </a:gradFill>
              <a:ln>
                <a:noFill/>
              </a:ln>
              <a:effectLst>
                <a:outerShdw blurRad="76200" dist="38100" algn="ctr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泪滴形 55">
                <a:extLst>
                  <a:ext uri="{FF2B5EF4-FFF2-40B4-BE49-F238E27FC236}">
                    <a16:creationId xmlns:a16="http://schemas.microsoft.com/office/drawing/2014/main" id="{296473E0-8436-DEF5-B484-1C0829BCE2E5}"/>
                  </a:ext>
                </a:extLst>
              </p:cNvPr>
              <p:cNvSpPr/>
              <p:nvPr/>
            </p:nvSpPr>
            <p:spPr>
              <a:xfrm rot="16200000">
                <a:off x="5422900" y="2311400"/>
                <a:ext cx="1257300" cy="1257300"/>
              </a:xfrm>
              <a:prstGeom prst="teardrop">
                <a:avLst/>
              </a:prstGeom>
              <a:gradFill>
                <a:gsLst>
                  <a:gs pos="0">
                    <a:srgbClr val="122E66"/>
                  </a:gs>
                  <a:gs pos="100000">
                    <a:srgbClr val="122E66">
                      <a:alpha val="95000"/>
                    </a:srgbClr>
                  </a:gs>
                </a:gsLst>
                <a:lin ang="5400000" scaled="0"/>
              </a:gradFill>
              <a:ln>
                <a:noFill/>
              </a:ln>
              <a:effectLst>
                <a:outerShdw blurRad="76200" dist="38100" algn="ctr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9" name="iconfont-10026-4294046">
              <a:extLst>
                <a:ext uri="{FF2B5EF4-FFF2-40B4-BE49-F238E27FC236}">
                  <a16:creationId xmlns:a16="http://schemas.microsoft.com/office/drawing/2014/main" id="{80B87339-0EA7-D5C1-9202-BC1B82C976CE}"/>
                </a:ext>
              </a:extLst>
            </p:cNvPr>
            <p:cNvSpPr/>
            <p:nvPr/>
          </p:nvSpPr>
          <p:spPr>
            <a:xfrm>
              <a:off x="5160885" y="2452930"/>
              <a:ext cx="499502" cy="455494"/>
            </a:xfrm>
            <a:custGeom>
              <a:avLst/>
              <a:gdLst>
                <a:gd name="T0" fmla="*/ 1078 w 12224"/>
                <a:gd name="T1" fmla="*/ 9708 h 11146"/>
                <a:gd name="T2" fmla="*/ 2157 w 12224"/>
                <a:gd name="T3" fmla="*/ 8629 h 11146"/>
                <a:gd name="T4" fmla="*/ 2157 w 12224"/>
                <a:gd name="T5" fmla="*/ 2517 h 11146"/>
                <a:gd name="T6" fmla="*/ 1078 w 12224"/>
                <a:gd name="T7" fmla="*/ 1438 h 11146"/>
                <a:gd name="T8" fmla="*/ 0 w 12224"/>
                <a:gd name="T9" fmla="*/ 2517 h 11146"/>
                <a:gd name="T10" fmla="*/ 0 w 12224"/>
                <a:gd name="T11" fmla="*/ 8629 h 11146"/>
                <a:gd name="T12" fmla="*/ 1078 w 12224"/>
                <a:gd name="T13" fmla="*/ 9708 h 11146"/>
                <a:gd name="T14" fmla="*/ 719 w 12224"/>
                <a:gd name="T15" fmla="*/ 2517 h 11146"/>
                <a:gd name="T16" fmla="*/ 1078 w 12224"/>
                <a:gd name="T17" fmla="*/ 2157 h 11146"/>
                <a:gd name="T18" fmla="*/ 1438 w 12224"/>
                <a:gd name="T19" fmla="*/ 2517 h 11146"/>
                <a:gd name="T20" fmla="*/ 1438 w 12224"/>
                <a:gd name="T21" fmla="*/ 8629 h 11146"/>
                <a:gd name="T22" fmla="*/ 1078 w 12224"/>
                <a:gd name="T23" fmla="*/ 8989 h 11146"/>
                <a:gd name="T24" fmla="*/ 719 w 12224"/>
                <a:gd name="T25" fmla="*/ 8629 h 11146"/>
                <a:gd name="T26" fmla="*/ 719 w 12224"/>
                <a:gd name="T27" fmla="*/ 2517 h 11146"/>
                <a:gd name="T28" fmla="*/ 4314 w 12224"/>
                <a:gd name="T29" fmla="*/ 9708 h 11146"/>
                <a:gd name="T30" fmla="*/ 5393 w 12224"/>
                <a:gd name="T31" fmla="*/ 8629 h 11146"/>
                <a:gd name="T32" fmla="*/ 5393 w 12224"/>
                <a:gd name="T33" fmla="*/ 5393 h 11146"/>
                <a:gd name="T34" fmla="*/ 4314 w 12224"/>
                <a:gd name="T35" fmla="*/ 4315 h 11146"/>
                <a:gd name="T36" fmla="*/ 3236 w 12224"/>
                <a:gd name="T37" fmla="*/ 5393 h 11146"/>
                <a:gd name="T38" fmla="*/ 3236 w 12224"/>
                <a:gd name="T39" fmla="*/ 8629 h 11146"/>
                <a:gd name="T40" fmla="*/ 4314 w 12224"/>
                <a:gd name="T41" fmla="*/ 9708 h 11146"/>
                <a:gd name="T42" fmla="*/ 3955 w 12224"/>
                <a:gd name="T43" fmla="*/ 5393 h 11146"/>
                <a:gd name="T44" fmla="*/ 4314 w 12224"/>
                <a:gd name="T45" fmla="*/ 5034 h 11146"/>
                <a:gd name="T46" fmla="*/ 4674 w 12224"/>
                <a:gd name="T47" fmla="*/ 5393 h 11146"/>
                <a:gd name="T48" fmla="*/ 4674 w 12224"/>
                <a:gd name="T49" fmla="*/ 8629 h 11146"/>
                <a:gd name="T50" fmla="*/ 4314 w 12224"/>
                <a:gd name="T51" fmla="*/ 8989 h 11146"/>
                <a:gd name="T52" fmla="*/ 3955 w 12224"/>
                <a:gd name="T53" fmla="*/ 8629 h 11146"/>
                <a:gd name="T54" fmla="*/ 3955 w 12224"/>
                <a:gd name="T55" fmla="*/ 5393 h 11146"/>
                <a:gd name="T56" fmla="*/ 10786 w 12224"/>
                <a:gd name="T57" fmla="*/ 9708 h 11146"/>
                <a:gd name="T58" fmla="*/ 11865 w 12224"/>
                <a:gd name="T59" fmla="*/ 8629 h 11146"/>
                <a:gd name="T60" fmla="*/ 11865 w 12224"/>
                <a:gd name="T61" fmla="*/ 6472 h 11146"/>
                <a:gd name="T62" fmla="*/ 10786 w 12224"/>
                <a:gd name="T63" fmla="*/ 5393 h 11146"/>
                <a:gd name="T64" fmla="*/ 9707 w 12224"/>
                <a:gd name="T65" fmla="*/ 6472 h 11146"/>
                <a:gd name="T66" fmla="*/ 9707 w 12224"/>
                <a:gd name="T67" fmla="*/ 8629 h 11146"/>
                <a:gd name="T68" fmla="*/ 10786 w 12224"/>
                <a:gd name="T69" fmla="*/ 9708 h 11146"/>
                <a:gd name="T70" fmla="*/ 10427 w 12224"/>
                <a:gd name="T71" fmla="*/ 6472 h 11146"/>
                <a:gd name="T72" fmla="*/ 10786 w 12224"/>
                <a:gd name="T73" fmla="*/ 6112 h 11146"/>
                <a:gd name="T74" fmla="*/ 11146 w 12224"/>
                <a:gd name="T75" fmla="*/ 6472 h 11146"/>
                <a:gd name="T76" fmla="*/ 11146 w 12224"/>
                <a:gd name="T77" fmla="*/ 8629 h 11146"/>
                <a:gd name="T78" fmla="*/ 10786 w 12224"/>
                <a:gd name="T79" fmla="*/ 8989 h 11146"/>
                <a:gd name="T80" fmla="*/ 10427 w 12224"/>
                <a:gd name="T81" fmla="*/ 8629 h 11146"/>
                <a:gd name="T82" fmla="*/ 10427 w 12224"/>
                <a:gd name="T83" fmla="*/ 6472 h 11146"/>
                <a:gd name="T84" fmla="*/ 7550 w 12224"/>
                <a:gd name="T85" fmla="*/ 9708 h 11146"/>
                <a:gd name="T86" fmla="*/ 8629 w 12224"/>
                <a:gd name="T87" fmla="*/ 8629 h 11146"/>
                <a:gd name="T88" fmla="*/ 8629 w 12224"/>
                <a:gd name="T89" fmla="*/ 1079 h 11146"/>
                <a:gd name="T90" fmla="*/ 7550 w 12224"/>
                <a:gd name="T91" fmla="*/ 0 h 11146"/>
                <a:gd name="T92" fmla="*/ 6472 w 12224"/>
                <a:gd name="T93" fmla="*/ 1079 h 11146"/>
                <a:gd name="T94" fmla="*/ 6472 w 12224"/>
                <a:gd name="T95" fmla="*/ 8629 h 11146"/>
                <a:gd name="T96" fmla="*/ 7550 w 12224"/>
                <a:gd name="T97" fmla="*/ 9708 h 11146"/>
                <a:gd name="T98" fmla="*/ 7191 w 12224"/>
                <a:gd name="T99" fmla="*/ 1079 h 11146"/>
                <a:gd name="T100" fmla="*/ 7550 w 12224"/>
                <a:gd name="T101" fmla="*/ 719 h 11146"/>
                <a:gd name="T102" fmla="*/ 7910 w 12224"/>
                <a:gd name="T103" fmla="*/ 1079 h 11146"/>
                <a:gd name="T104" fmla="*/ 7910 w 12224"/>
                <a:gd name="T105" fmla="*/ 8629 h 11146"/>
                <a:gd name="T106" fmla="*/ 7550 w 12224"/>
                <a:gd name="T107" fmla="*/ 8989 h 11146"/>
                <a:gd name="T108" fmla="*/ 7191 w 12224"/>
                <a:gd name="T109" fmla="*/ 8629 h 11146"/>
                <a:gd name="T110" fmla="*/ 7191 w 12224"/>
                <a:gd name="T111" fmla="*/ 1079 h 11146"/>
                <a:gd name="T112" fmla="*/ 0 w 12224"/>
                <a:gd name="T113" fmla="*/ 10427 h 11146"/>
                <a:gd name="T114" fmla="*/ 12224 w 12224"/>
                <a:gd name="T115" fmla="*/ 10427 h 11146"/>
                <a:gd name="T116" fmla="*/ 12224 w 12224"/>
                <a:gd name="T117" fmla="*/ 11146 h 11146"/>
                <a:gd name="T118" fmla="*/ 0 w 12224"/>
                <a:gd name="T119" fmla="*/ 11146 h 11146"/>
                <a:gd name="T120" fmla="*/ 0 w 12224"/>
                <a:gd name="T121" fmla="*/ 10427 h 11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2224" h="11146">
                  <a:moveTo>
                    <a:pt x="1078" y="9708"/>
                  </a:moveTo>
                  <a:cubicBezTo>
                    <a:pt x="1673" y="9708"/>
                    <a:pt x="2157" y="9224"/>
                    <a:pt x="2157" y="8629"/>
                  </a:cubicBezTo>
                  <a:lnTo>
                    <a:pt x="2157" y="2517"/>
                  </a:lnTo>
                  <a:cubicBezTo>
                    <a:pt x="2157" y="1922"/>
                    <a:pt x="1673" y="1438"/>
                    <a:pt x="1078" y="1438"/>
                  </a:cubicBezTo>
                  <a:cubicBezTo>
                    <a:pt x="484" y="1438"/>
                    <a:pt x="0" y="1922"/>
                    <a:pt x="0" y="2517"/>
                  </a:cubicBezTo>
                  <a:lnTo>
                    <a:pt x="0" y="8629"/>
                  </a:lnTo>
                  <a:cubicBezTo>
                    <a:pt x="0" y="9224"/>
                    <a:pt x="484" y="9708"/>
                    <a:pt x="1078" y="9708"/>
                  </a:cubicBezTo>
                  <a:close/>
                  <a:moveTo>
                    <a:pt x="719" y="2517"/>
                  </a:moveTo>
                  <a:cubicBezTo>
                    <a:pt x="719" y="2319"/>
                    <a:pt x="880" y="2157"/>
                    <a:pt x="1078" y="2157"/>
                  </a:cubicBezTo>
                  <a:cubicBezTo>
                    <a:pt x="1277" y="2157"/>
                    <a:pt x="1438" y="2319"/>
                    <a:pt x="1438" y="2517"/>
                  </a:cubicBezTo>
                  <a:lnTo>
                    <a:pt x="1438" y="8629"/>
                  </a:lnTo>
                  <a:cubicBezTo>
                    <a:pt x="1438" y="8827"/>
                    <a:pt x="1277" y="8989"/>
                    <a:pt x="1078" y="8989"/>
                  </a:cubicBezTo>
                  <a:cubicBezTo>
                    <a:pt x="880" y="8989"/>
                    <a:pt x="719" y="8827"/>
                    <a:pt x="719" y="8629"/>
                  </a:cubicBezTo>
                  <a:lnTo>
                    <a:pt x="719" y="2517"/>
                  </a:lnTo>
                  <a:close/>
                  <a:moveTo>
                    <a:pt x="4314" y="9708"/>
                  </a:moveTo>
                  <a:cubicBezTo>
                    <a:pt x="4909" y="9708"/>
                    <a:pt x="5393" y="9224"/>
                    <a:pt x="5393" y="8629"/>
                  </a:cubicBezTo>
                  <a:lnTo>
                    <a:pt x="5393" y="5393"/>
                  </a:lnTo>
                  <a:cubicBezTo>
                    <a:pt x="5393" y="4798"/>
                    <a:pt x="4909" y="4315"/>
                    <a:pt x="4314" y="4315"/>
                  </a:cubicBezTo>
                  <a:cubicBezTo>
                    <a:pt x="3719" y="4315"/>
                    <a:pt x="3236" y="4798"/>
                    <a:pt x="3236" y="5393"/>
                  </a:cubicBezTo>
                  <a:lnTo>
                    <a:pt x="3236" y="8629"/>
                  </a:lnTo>
                  <a:cubicBezTo>
                    <a:pt x="3236" y="9224"/>
                    <a:pt x="3719" y="9708"/>
                    <a:pt x="4314" y="9708"/>
                  </a:cubicBezTo>
                  <a:close/>
                  <a:moveTo>
                    <a:pt x="3955" y="5393"/>
                  </a:moveTo>
                  <a:cubicBezTo>
                    <a:pt x="3955" y="5195"/>
                    <a:pt x="4116" y="5034"/>
                    <a:pt x="4314" y="5034"/>
                  </a:cubicBezTo>
                  <a:cubicBezTo>
                    <a:pt x="4513" y="5034"/>
                    <a:pt x="4674" y="5195"/>
                    <a:pt x="4674" y="5393"/>
                  </a:cubicBezTo>
                  <a:lnTo>
                    <a:pt x="4674" y="8629"/>
                  </a:lnTo>
                  <a:cubicBezTo>
                    <a:pt x="4674" y="8827"/>
                    <a:pt x="4513" y="8989"/>
                    <a:pt x="4314" y="8989"/>
                  </a:cubicBezTo>
                  <a:cubicBezTo>
                    <a:pt x="4116" y="8989"/>
                    <a:pt x="3955" y="8827"/>
                    <a:pt x="3955" y="8629"/>
                  </a:cubicBezTo>
                  <a:lnTo>
                    <a:pt x="3955" y="5393"/>
                  </a:lnTo>
                  <a:close/>
                  <a:moveTo>
                    <a:pt x="10786" y="9708"/>
                  </a:moveTo>
                  <a:cubicBezTo>
                    <a:pt x="11381" y="9708"/>
                    <a:pt x="11865" y="9224"/>
                    <a:pt x="11865" y="8629"/>
                  </a:cubicBezTo>
                  <a:lnTo>
                    <a:pt x="11865" y="6472"/>
                  </a:lnTo>
                  <a:cubicBezTo>
                    <a:pt x="11865" y="5877"/>
                    <a:pt x="11381" y="5393"/>
                    <a:pt x="10786" y="5393"/>
                  </a:cubicBezTo>
                  <a:cubicBezTo>
                    <a:pt x="10191" y="5393"/>
                    <a:pt x="9707" y="5877"/>
                    <a:pt x="9707" y="6472"/>
                  </a:cubicBezTo>
                  <a:lnTo>
                    <a:pt x="9707" y="8629"/>
                  </a:lnTo>
                  <a:cubicBezTo>
                    <a:pt x="9707" y="9224"/>
                    <a:pt x="10191" y="9708"/>
                    <a:pt x="10786" y="9708"/>
                  </a:cubicBezTo>
                  <a:close/>
                  <a:moveTo>
                    <a:pt x="10427" y="6472"/>
                  </a:moveTo>
                  <a:cubicBezTo>
                    <a:pt x="10427" y="6274"/>
                    <a:pt x="10587" y="6112"/>
                    <a:pt x="10786" y="6112"/>
                  </a:cubicBezTo>
                  <a:cubicBezTo>
                    <a:pt x="10984" y="6112"/>
                    <a:pt x="11146" y="6274"/>
                    <a:pt x="11146" y="6472"/>
                  </a:cubicBezTo>
                  <a:lnTo>
                    <a:pt x="11146" y="8629"/>
                  </a:lnTo>
                  <a:cubicBezTo>
                    <a:pt x="11146" y="8827"/>
                    <a:pt x="10984" y="8989"/>
                    <a:pt x="10786" y="8989"/>
                  </a:cubicBezTo>
                  <a:cubicBezTo>
                    <a:pt x="10587" y="8989"/>
                    <a:pt x="10427" y="8827"/>
                    <a:pt x="10427" y="8629"/>
                  </a:cubicBezTo>
                  <a:lnTo>
                    <a:pt x="10427" y="6472"/>
                  </a:lnTo>
                  <a:close/>
                  <a:moveTo>
                    <a:pt x="7550" y="9708"/>
                  </a:moveTo>
                  <a:cubicBezTo>
                    <a:pt x="8145" y="9708"/>
                    <a:pt x="8629" y="9224"/>
                    <a:pt x="8629" y="8629"/>
                  </a:cubicBezTo>
                  <a:lnTo>
                    <a:pt x="8629" y="1079"/>
                  </a:lnTo>
                  <a:cubicBezTo>
                    <a:pt x="8629" y="484"/>
                    <a:pt x="8145" y="0"/>
                    <a:pt x="7550" y="0"/>
                  </a:cubicBezTo>
                  <a:cubicBezTo>
                    <a:pt x="6955" y="0"/>
                    <a:pt x="6472" y="484"/>
                    <a:pt x="6472" y="1079"/>
                  </a:cubicBezTo>
                  <a:lnTo>
                    <a:pt x="6472" y="8629"/>
                  </a:lnTo>
                  <a:cubicBezTo>
                    <a:pt x="6472" y="9224"/>
                    <a:pt x="6955" y="9708"/>
                    <a:pt x="7550" y="9708"/>
                  </a:cubicBezTo>
                  <a:close/>
                  <a:moveTo>
                    <a:pt x="7191" y="1079"/>
                  </a:moveTo>
                  <a:cubicBezTo>
                    <a:pt x="7191" y="881"/>
                    <a:pt x="7352" y="719"/>
                    <a:pt x="7550" y="719"/>
                  </a:cubicBezTo>
                  <a:cubicBezTo>
                    <a:pt x="7748" y="719"/>
                    <a:pt x="7910" y="881"/>
                    <a:pt x="7910" y="1079"/>
                  </a:cubicBezTo>
                  <a:lnTo>
                    <a:pt x="7910" y="8629"/>
                  </a:lnTo>
                  <a:cubicBezTo>
                    <a:pt x="7910" y="8827"/>
                    <a:pt x="7748" y="8989"/>
                    <a:pt x="7550" y="8989"/>
                  </a:cubicBezTo>
                  <a:cubicBezTo>
                    <a:pt x="7352" y="8989"/>
                    <a:pt x="7191" y="8827"/>
                    <a:pt x="7191" y="8629"/>
                  </a:cubicBezTo>
                  <a:lnTo>
                    <a:pt x="7191" y="1079"/>
                  </a:lnTo>
                  <a:close/>
                  <a:moveTo>
                    <a:pt x="0" y="10427"/>
                  </a:moveTo>
                  <a:lnTo>
                    <a:pt x="12224" y="10427"/>
                  </a:lnTo>
                  <a:lnTo>
                    <a:pt x="12224" y="11146"/>
                  </a:lnTo>
                  <a:lnTo>
                    <a:pt x="0" y="11146"/>
                  </a:lnTo>
                  <a:lnTo>
                    <a:pt x="0" y="1042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0" name="two-databases_51333">
              <a:extLst>
                <a:ext uri="{FF2B5EF4-FFF2-40B4-BE49-F238E27FC236}">
                  <a16:creationId xmlns:a16="http://schemas.microsoft.com/office/drawing/2014/main" id="{03DCAACA-E557-4589-0596-5CE75C39916F}"/>
                </a:ext>
              </a:extLst>
            </p:cNvPr>
            <p:cNvSpPr/>
            <p:nvPr/>
          </p:nvSpPr>
          <p:spPr>
            <a:xfrm>
              <a:off x="5172713" y="3878097"/>
              <a:ext cx="487674" cy="469418"/>
            </a:xfrm>
            <a:custGeom>
              <a:avLst/>
              <a:gdLst>
                <a:gd name="connsiteX0" fmla="*/ 229534 w 596711"/>
                <a:gd name="connsiteY0" fmla="*/ 417307 h 574373"/>
                <a:gd name="connsiteX1" fmla="*/ 413123 w 596711"/>
                <a:gd name="connsiteY1" fmla="*/ 478892 h 574373"/>
                <a:gd name="connsiteX2" fmla="*/ 595755 w 596711"/>
                <a:gd name="connsiteY2" fmla="*/ 417307 h 574373"/>
                <a:gd name="connsiteX3" fmla="*/ 596711 w 596711"/>
                <a:gd name="connsiteY3" fmla="*/ 422081 h 574373"/>
                <a:gd name="connsiteX4" fmla="*/ 596711 w 596711"/>
                <a:gd name="connsiteY4" fmla="*/ 507537 h 574373"/>
                <a:gd name="connsiteX5" fmla="*/ 413123 w 596711"/>
                <a:gd name="connsiteY5" fmla="*/ 574373 h 574373"/>
                <a:gd name="connsiteX6" fmla="*/ 229534 w 596711"/>
                <a:gd name="connsiteY6" fmla="*/ 507537 h 574373"/>
                <a:gd name="connsiteX7" fmla="*/ 229534 w 596711"/>
                <a:gd name="connsiteY7" fmla="*/ 422081 h 574373"/>
                <a:gd name="connsiteX8" fmla="*/ 229534 w 596711"/>
                <a:gd name="connsiteY8" fmla="*/ 287877 h 574373"/>
                <a:gd name="connsiteX9" fmla="*/ 413123 w 596711"/>
                <a:gd name="connsiteY9" fmla="*/ 349963 h 574373"/>
                <a:gd name="connsiteX10" fmla="*/ 595755 w 596711"/>
                <a:gd name="connsiteY10" fmla="*/ 287877 h 574373"/>
                <a:gd name="connsiteX11" fmla="*/ 596711 w 596711"/>
                <a:gd name="connsiteY11" fmla="*/ 293130 h 574373"/>
                <a:gd name="connsiteX12" fmla="*/ 596711 w 596711"/>
                <a:gd name="connsiteY12" fmla="*/ 378618 h 574373"/>
                <a:gd name="connsiteX13" fmla="*/ 413123 w 596711"/>
                <a:gd name="connsiteY13" fmla="*/ 445480 h 574373"/>
                <a:gd name="connsiteX14" fmla="*/ 229534 w 596711"/>
                <a:gd name="connsiteY14" fmla="*/ 378618 h 574373"/>
                <a:gd name="connsiteX15" fmla="*/ 229534 w 596711"/>
                <a:gd name="connsiteY15" fmla="*/ 293130 h 574373"/>
                <a:gd name="connsiteX16" fmla="*/ 0 w 596711"/>
                <a:gd name="connsiteY16" fmla="*/ 287877 h 574373"/>
                <a:gd name="connsiteX17" fmla="*/ 183584 w 596711"/>
                <a:gd name="connsiteY17" fmla="*/ 349492 h 574373"/>
                <a:gd name="connsiteX18" fmla="*/ 203663 w 596711"/>
                <a:gd name="connsiteY18" fmla="*/ 349015 h 574373"/>
                <a:gd name="connsiteX19" fmla="*/ 203663 w 596711"/>
                <a:gd name="connsiteY19" fmla="*/ 373852 h 574373"/>
                <a:gd name="connsiteX20" fmla="*/ 203663 w 596711"/>
                <a:gd name="connsiteY20" fmla="*/ 444542 h 574373"/>
                <a:gd name="connsiteX21" fmla="*/ 183584 w 596711"/>
                <a:gd name="connsiteY21" fmla="*/ 445020 h 574373"/>
                <a:gd name="connsiteX22" fmla="*/ 0 w 596711"/>
                <a:gd name="connsiteY22" fmla="*/ 378151 h 574373"/>
                <a:gd name="connsiteX23" fmla="*/ 0 w 596711"/>
                <a:gd name="connsiteY23" fmla="*/ 292653 h 574373"/>
                <a:gd name="connsiteX24" fmla="*/ 0 w 596711"/>
                <a:gd name="connsiteY24" fmla="*/ 158524 h 574373"/>
                <a:gd name="connsiteX25" fmla="*/ 183584 w 596711"/>
                <a:gd name="connsiteY25" fmla="*/ 220580 h 574373"/>
                <a:gd name="connsiteX26" fmla="*/ 203663 w 596711"/>
                <a:gd name="connsiteY26" fmla="*/ 220103 h 574373"/>
                <a:gd name="connsiteX27" fmla="*/ 203663 w 596711"/>
                <a:gd name="connsiteY27" fmla="*/ 315574 h 574373"/>
                <a:gd name="connsiteX28" fmla="*/ 183584 w 596711"/>
                <a:gd name="connsiteY28" fmla="*/ 316051 h 574373"/>
                <a:gd name="connsiteX29" fmla="*/ 0 w 596711"/>
                <a:gd name="connsiteY29" fmla="*/ 249221 h 574373"/>
                <a:gd name="connsiteX30" fmla="*/ 0 w 596711"/>
                <a:gd name="connsiteY30" fmla="*/ 163775 h 574373"/>
                <a:gd name="connsiteX31" fmla="*/ 413123 w 596711"/>
                <a:gd name="connsiteY31" fmla="*/ 129353 h 574373"/>
                <a:gd name="connsiteX32" fmla="*/ 596711 w 596711"/>
                <a:gd name="connsiteY32" fmla="*/ 196204 h 574373"/>
                <a:gd name="connsiteX33" fmla="*/ 596711 w 596711"/>
                <a:gd name="connsiteY33" fmla="*/ 251118 h 574373"/>
                <a:gd name="connsiteX34" fmla="*/ 413123 w 596711"/>
                <a:gd name="connsiteY34" fmla="*/ 317970 h 574373"/>
                <a:gd name="connsiteX35" fmla="*/ 229534 w 596711"/>
                <a:gd name="connsiteY35" fmla="*/ 251118 h 574373"/>
                <a:gd name="connsiteX36" fmla="*/ 229534 w 596711"/>
                <a:gd name="connsiteY36" fmla="*/ 196204 h 574373"/>
                <a:gd name="connsiteX37" fmla="*/ 413123 w 596711"/>
                <a:gd name="connsiteY37" fmla="*/ 129353 h 574373"/>
                <a:gd name="connsiteX38" fmla="*/ 183589 w 596711"/>
                <a:gd name="connsiteY38" fmla="*/ 0 h 574373"/>
                <a:gd name="connsiteX39" fmla="*/ 367177 w 596711"/>
                <a:gd name="connsiteY39" fmla="*/ 66851 h 574373"/>
                <a:gd name="connsiteX40" fmla="*/ 367177 w 596711"/>
                <a:gd name="connsiteY40" fmla="*/ 105530 h 574373"/>
                <a:gd name="connsiteX41" fmla="*/ 204147 w 596711"/>
                <a:gd name="connsiteY41" fmla="*/ 188139 h 574373"/>
                <a:gd name="connsiteX42" fmla="*/ 183589 w 596711"/>
                <a:gd name="connsiteY42" fmla="*/ 188617 h 574373"/>
                <a:gd name="connsiteX43" fmla="*/ 0 w 596711"/>
                <a:gd name="connsiteY43" fmla="*/ 121765 h 574373"/>
                <a:gd name="connsiteX44" fmla="*/ 0 w 596711"/>
                <a:gd name="connsiteY44" fmla="*/ 66851 h 574373"/>
                <a:gd name="connsiteX45" fmla="*/ 183589 w 596711"/>
                <a:gd name="connsiteY45" fmla="*/ 0 h 574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596711" h="574373">
                  <a:moveTo>
                    <a:pt x="229534" y="417307"/>
                  </a:moveTo>
                  <a:cubicBezTo>
                    <a:pt x="236705" y="451680"/>
                    <a:pt x="316547" y="478892"/>
                    <a:pt x="413123" y="478892"/>
                  </a:cubicBezTo>
                  <a:cubicBezTo>
                    <a:pt x="509698" y="478892"/>
                    <a:pt x="589061" y="451680"/>
                    <a:pt x="595755" y="417307"/>
                  </a:cubicBezTo>
                  <a:cubicBezTo>
                    <a:pt x="596233" y="418739"/>
                    <a:pt x="596711" y="420172"/>
                    <a:pt x="596711" y="422081"/>
                  </a:cubicBezTo>
                  <a:lnTo>
                    <a:pt x="596711" y="507537"/>
                  </a:lnTo>
                  <a:cubicBezTo>
                    <a:pt x="596711" y="544774"/>
                    <a:pt x="514479" y="574373"/>
                    <a:pt x="413123" y="574373"/>
                  </a:cubicBezTo>
                  <a:cubicBezTo>
                    <a:pt x="311766" y="574373"/>
                    <a:pt x="229534" y="544774"/>
                    <a:pt x="229534" y="507537"/>
                  </a:cubicBezTo>
                  <a:lnTo>
                    <a:pt x="229534" y="422081"/>
                  </a:lnTo>
                  <a:close/>
                  <a:moveTo>
                    <a:pt x="229534" y="287877"/>
                  </a:moveTo>
                  <a:cubicBezTo>
                    <a:pt x="236705" y="322741"/>
                    <a:pt x="316547" y="349963"/>
                    <a:pt x="413123" y="349963"/>
                  </a:cubicBezTo>
                  <a:cubicBezTo>
                    <a:pt x="509698" y="349963"/>
                    <a:pt x="589061" y="322741"/>
                    <a:pt x="595755" y="287877"/>
                  </a:cubicBezTo>
                  <a:cubicBezTo>
                    <a:pt x="596233" y="289787"/>
                    <a:pt x="596711" y="291220"/>
                    <a:pt x="596711" y="293130"/>
                  </a:cubicBezTo>
                  <a:lnTo>
                    <a:pt x="596711" y="378618"/>
                  </a:lnTo>
                  <a:cubicBezTo>
                    <a:pt x="596711" y="415392"/>
                    <a:pt x="514479" y="445480"/>
                    <a:pt x="413123" y="445480"/>
                  </a:cubicBezTo>
                  <a:cubicBezTo>
                    <a:pt x="311766" y="445480"/>
                    <a:pt x="229534" y="415392"/>
                    <a:pt x="229534" y="378618"/>
                  </a:cubicBezTo>
                  <a:lnTo>
                    <a:pt x="229534" y="293130"/>
                  </a:lnTo>
                  <a:close/>
                  <a:moveTo>
                    <a:pt x="0" y="287877"/>
                  </a:moveTo>
                  <a:cubicBezTo>
                    <a:pt x="7171" y="322267"/>
                    <a:pt x="86533" y="349492"/>
                    <a:pt x="183584" y="349492"/>
                  </a:cubicBezTo>
                  <a:cubicBezTo>
                    <a:pt x="190277" y="349492"/>
                    <a:pt x="196970" y="349492"/>
                    <a:pt x="203663" y="349015"/>
                  </a:cubicBezTo>
                  <a:lnTo>
                    <a:pt x="203663" y="373852"/>
                  </a:lnTo>
                  <a:lnTo>
                    <a:pt x="203663" y="444542"/>
                  </a:lnTo>
                  <a:cubicBezTo>
                    <a:pt x="196970" y="445020"/>
                    <a:pt x="190277" y="445020"/>
                    <a:pt x="183584" y="445020"/>
                  </a:cubicBezTo>
                  <a:cubicBezTo>
                    <a:pt x="82230" y="445020"/>
                    <a:pt x="0" y="414929"/>
                    <a:pt x="0" y="378151"/>
                  </a:cubicBezTo>
                  <a:lnTo>
                    <a:pt x="0" y="292653"/>
                  </a:lnTo>
                  <a:close/>
                  <a:moveTo>
                    <a:pt x="0" y="158524"/>
                  </a:moveTo>
                  <a:cubicBezTo>
                    <a:pt x="7171" y="193371"/>
                    <a:pt x="86533" y="220580"/>
                    <a:pt x="183584" y="220580"/>
                  </a:cubicBezTo>
                  <a:cubicBezTo>
                    <a:pt x="190277" y="220580"/>
                    <a:pt x="196970" y="220580"/>
                    <a:pt x="203663" y="220103"/>
                  </a:cubicBezTo>
                  <a:lnTo>
                    <a:pt x="203663" y="315574"/>
                  </a:lnTo>
                  <a:cubicBezTo>
                    <a:pt x="196970" y="316051"/>
                    <a:pt x="190277" y="316051"/>
                    <a:pt x="183584" y="316051"/>
                  </a:cubicBezTo>
                  <a:cubicBezTo>
                    <a:pt x="82230" y="316051"/>
                    <a:pt x="0" y="285978"/>
                    <a:pt x="0" y="249221"/>
                  </a:cubicBezTo>
                  <a:lnTo>
                    <a:pt x="0" y="163775"/>
                  </a:lnTo>
                  <a:close/>
                  <a:moveTo>
                    <a:pt x="413123" y="129353"/>
                  </a:moveTo>
                  <a:cubicBezTo>
                    <a:pt x="514479" y="129353"/>
                    <a:pt x="596711" y="159436"/>
                    <a:pt x="596711" y="196204"/>
                  </a:cubicBezTo>
                  <a:lnTo>
                    <a:pt x="596711" y="251118"/>
                  </a:lnTo>
                  <a:cubicBezTo>
                    <a:pt x="596711" y="288364"/>
                    <a:pt x="514479" y="317970"/>
                    <a:pt x="413123" y="317970"/>
                  </a:cubicBezTo>
                  <a:cubicBezTo>
                    <a:pt x="311766" y="317970"/>
                    <a:pt x="229534" y="288364"/>
                    <a:pt x="229534" y="251118"/>
                  </a:cubicBezTo>
                  <a:lnTo>
                    <a:pt x="229534" y="196204"/>
                  </a:lnTo>
                  <a:cubicBezTo>
                    <a:pt x="229534" y="159436"/>
                    <a:pt x="311766" y="129353"/>
                    <a:pt x="413123" y="129353"/>
                  </a:cubicBezTo>
                  <a:close/>
                  <a:moveTo>
                    <a:pt x="183589" y="0"/>
                  </a:moveTo>
                  <a:cubicBezTo>
                    <a:pt x="284945" y="0"/>
                    <a:pt x="367177" y="30083"/>
                    <a:pt x="367177" y="66851"/>
                  </a:cubicBezTo>
                  <a:lnTo>
                    <a:pt x="367177" y="105530"/>
                  </a:lnTo>
                  <a:cubicBezTo>
                    <a:pt x="282554" y="112693"/>
                    <a:pt x="207493" y="140388"/>
                    <a:pt x="204147" y="188139"/>
                  </a:cubicBezTo>
                  <a:cubicBezTo>
                    <a:pt x="197453" y="188617"/>
                    <a:pt x="190282" y="188617"/>
                    <a:pt x="183589" y="188617"/>
                  </a:cubicBezTo>
                  <a:cubicBezTo>
                    <a:pt x="82232" y="188617"/>
                    <a:pt x="0" y="158534"/>
                    <a:pt x="0" y="121765"/>
                  </a:cubicBezTo>
                  <a:lnTo>
                    <a:pt x="0" y="66851"/>
                  </a:lnTo>
                  <a:cubicBezTo>
                    <a:pt x="0" y="30083"/>
                    <a:pt x="82232" y="0"/>
                    <a:pt x="18358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iconfont-10774-5476627">
              <a:extLst>
                <a:ext uri="{FF2B5EF4-FFF2-40B4-BE49-F238E27FC236}">
                  <a16:creationId xmlns:a16="http://schemas.microsoft.com/office/drawing/2014/main" id="{9D67FC91-CD1D-1B67-471D-B35243401ECD}"/>
                </a:ext>
              </a:extLst>
            </p:cNvPr>
            <p:cNvSpPr/>
            <p:nvPr/>
          </p:nvSpPr>
          <p:spPr>
            <a:xfrm>
              <a:off x="6623132" y="2552493"/>
              <a:ext cx="421619" cy="444708"/>
            </a:xfrm>
            <a:custGeom>
              <a:avLst/>
              <a:gdLst>
                <a:gd name="T0" fmla="*/ 9001 w 10802"/>
                <a:gd name="T1" fmla="*/ 4637 h 11394"/>
                <a:gd name="T2" fmla="*/ 8903 w 10802"/>
                <a:gd name="T3" fmla="*/ 789 h 11394"/>
                <a:gd name="T4" fmla="*/ 789 w 10802"/>
                <a:gd name="T5" fmla="*/ 888 h 11394"/>
                <a:gd name="T6" fmla="*/ 887 w 10802"/>
                <a:gd name="T7" fmla="*/ 10260 h 11394"/>
                <a:gd name="T8" fmla="*/ 4846 w 10802"/>
                <a:gd name="T9" fmla="*/ 10655 h 11394"/>
                <a:gd name="T10" fmla="*/ 394 w 10802"/>
                <a:gd name="T11" fmla="*/ 11049 h 11394"/>
                <a:gd name="T12" fmla="*/ 0 w 10802"/>
                <a:gd name="T13" fmla="*/ 395 h 11394"/>
                <a:gd name="T14" fmla="*/ 9396 w 10802"/>
                <a:gd name="T15" fmla="*/ 0 h 11394"/>
                <a:gd name="T16" fmla="*/ 9791 w 10802"/>
                <a:gd name="T17" fmla="*/ 4637 h 11394"/>
                <a:gd name="T18" fmla="*/ 1812 w 10802"/>
                <a:gd name="T19" fmla="*/ 2540 h 11394"/>
                <a:gd name="T20" fmla="*/ 8015 w 10802"/>
                <a:gd name="T21" fmla="*/ 2935 h 11394"/>
                <a:gd name="T22" fmla="*/ 1812 w 10802"/>
                <a:gd name="T23" fmla="*/ 3330 h 11394"/>
                <a:gd name="T24" fmla="*/ 1812 w 10802"/>
                <a:gd name="T25" fmla="*/ 2540 h 11394"/>
                <a:gd name="T26" fmla="*/ 4488 w 10802"/>
                <a:gd name="T27" fmla="*/ 5081 h 11394"/>
                <a:gd name="T28" fmla="*/ 4488 w 10802"/>
                <a:gd name="T29" fmla="*/ 5870 h 11394"/>
                <a:gd name="T30" fmla="*/ 1479 w 10802"/>
                <a:gd name="T31" fmla="*/ 5475 h 11394"/>
                <a:gd name="T32" fmla="*/ 1874 w 10802"/>
                <a:gd name="T33" fmla="*/ 7621 h 11394"/>
                <a:gd name="T34" fmla="*/ 4883 w 10802"/>
                <a:gd name="T35" fmla="*/ 8016 h 11394"/>
                <a:gd name="T36" fmla="*/ 1874 w 10802"/>
                <a:gd name="T37" fmla="*/ 8410 h 11394"/>
                <a:gd name="T38" fmla="*/ 1874 w 10802"/>
                <a:gd name="T39" fmla="*/ 7621 h 11394"/>
                <a:gd name="T40" fmla="*/ 6165 w 10802"/>
                <a:gd name="T41" fmla="*/ 5081 h 11394"/>
                <a:gd name="T42" fmla="*/ 6165 w 10802"/>
                <a:gd name="T43" fmla="*/ 5870 h 11394"/>
                <a:gd name="T44" fmla="*/ 5228 w 10802"/>
                <a:gd name="T45" fmla="*/ 5475 h 11394"/>
                <a:gd name="T46" fmla="*/ 8453 w 10802"/>
                <a:gd name="T47" fmla="*/ 5525 h 11394"/>
                <a:gd name="T48" fmla="*/ 9544 w 10802"/>
                <a:gd name="T49" fmla="*/ 8379 h 11394"/>
                <a:gd name="T50" fmla="*/ 7361 w 10802"/>
                <a:gd name="T51" fmla="*/ 8379 h 11394"/>
                <a:gd name="T52" fmla="*/ 8453 w 10802"/>
                <a:gd name="T53" fmla="*/ 5525 h 11394"/>
                <a:gd name="T54" fmla="*/ 8052 w 10802"/>
                <a:gd name="T55" fmla="*/ 6616 h 11394"/>
                <a:gd name="T56" fmla="*/ 8453 w 10802"/>
                <a:gd name="T57" fmla="*/ 8780 h 11394"/>
                <a:gd name="T58" fmla="*/ 8853 w 10802"/>
                <a:gd name="T59" fmla="*/ 6616 h 11394"/>
                <a:gd name="T60" fmla="*/ 8804 w 10802"/>
                <a:gd name="T61" fmla="*/ 10427 h 11394"/>
                <a:gd name="T62" fmla="*/ 9137 w 10802"/>
                <a:gd name="T63" fmla="*/ 10704 h 11394"/>
                <a:gd name="T64" fmla="*/ 9137 w 10802"/>
                <a:gd name="T65" fmla="*/ 11394 h 11394"/>
                <a:gd name="T66" fmla="*/ 7361 w 10802"/>
                <a:gd name="T67" fmla="*/ 11049 h 11394"/>
                <a:gd name="T68" fmla="*/ 8114 w 10802"/>
                <a:gd name="T69" fmla="*/ 10704 h 11394"/>
                <a:gd name="T70" fmla="*/ 6042 w 10802"/>
                <a:gd name="T71" fmla="*/ 8077 h 11394"/>
                <a:gd name="T72" fmla="*/ 6387 w 10802"/>
                <a:gd name="T73" fmla="*/ 7547 h 11394"/>
                <a:gd name="T74" fmla="*/ 6732 w 10802"/>
                <a:gd name="T75" fmla="*/ 8077 h 11394"/>
                <a:gd name="T76" fmla="*/ 10111 w 10802"/>
                <a:gd name="T77" fmla="*/ 8077 h 11394"/>
                <a:gd name="T78" fmla="*/ 10457 w 10802"/>
                <a:gd name="T79" fmla="*/ 7547 h 11394"/>
                <a:gd name="T80" fmla="*/ 10802 w 10802"/>
                <a:gd name="T81" fmla="*/ 8077 h 11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802" h="11394">
                  <a:moveTo>
                    <a:pt x="9396" y="5031"/>
                  </a:moveTo>
                  <a:cubicBezTo>
                    <a:pt x="9178" y="5031"/>
                    <a:pt x="9001" y="4855"/>
                    <a:pt x="9001" y="4637"/>
                  </a:cubicBezTo>
                  <a:lnTo>
                    <a:pt x="9001" y="888"/>
                  </a:lnTo>
                  <a:cubicBezTo>
                    <a:pt x="9001" y="834"/>
                    <a:pt x="8957" y="789"/>
                    <a:pt x="8903" y="789"/>
                  </a:cubicBezTo>
                  <a:lnTo>
                    <a:pt x="887" y="789"/>
                  </a:lnTo>
                  <a:cubicBezTo>
                    <a:pt x="833" y="789"/>
                    <a:pt x="789" y="834"/>
                    <a:pt x="789" y="888"/>
                  </a:cubicBezTo>
                  <a:lnTo>
                    <a:pt x="789" y="10161"/>
                  </a:lnTo>
                  <a:cubicBezTo>
                    <a:pt x="789" y="10216"/>
                    <a:pt x="833" y="10260"/>
                    <a:pt x="887" y="10260"/>
                  </a:cubicBezTo>
                  <a:lnTo>
                    <a:pt x="4451" y="10260"/>
                  </a:lnTo>
                  <a:cubicBezTo>
                    <a:pt x="4669" y="10260"/>
                    <a:pt x="4846" y="10437"/>
                    <a:pt x="4846" y="10655"/>
                  </a:cubicBezTo>
                  <a:cubicBezTo>
                    <a:pt x="4846" y="10872"/>
                    <a:pt x="4669" y="11049"/>
                    <a:pt x="4451" y="11049"/>
                  </a:cubicBezTo>
                  <a:lnTo>
                    <a:pt x="394" y="11049"/>
                  </a:lnTo>
                  <a:cubicBezTo>
                    <a:pt x="176" y="11049"/>
                    <a:pt x="0" y="10872"/>
                    <a:pt x="0" y="10655"/>
                  </a:cubicBezTo>
                  <a:lnTo>
                    <a:pt x="0" y="395"/>
                  </a:lnTo>
                  <a:cubicBezTo>
                    <a:pt x="0" y="177"/>
                    <a:pt x="176" y="0"/>
                    <a:pt x="394" y="0"/>
                  </a:cubicBezTo>
                  <a:lnTo>
                    <a:pt x="9396" y="0"/>
                  </a:lnTo>
                  <a:cubicBezTo>
                    <a:pt x="9614" y="0"/>
                    <a:pt x="9791" y="177"/>
                    <a:pt x="9791" y="395"/>
                  </a:cubicBezTo>
                  <a:lnTo>
                    <a:pt x="9791" y="4637"/>
                  </a:lnTo>
                  <a:cubicBezTo>
                    <a:pt x="9791" y="4855"/>
                    <a:pt x="9614" y="5031"/>
                    <a:pt x="9396" y="5031"/>
                  </a:cubicBezTo>
                  <a:close/>
                  <a:moveTo>
                    <a:pt x="1812" y="2540"/>
                  </a:moveTo>
                  <a:lnTo>
                    <a:pt x="7620" y="2540"/>
                  </a:lnTo>
                  <a:cubicBezTo>
                    <a:pt x="7838" y="2540"/>
                    <a:pt x="8015" y="2717"/>
                    <a:pt x="8015" y="2935"/>
                  </a:cubicBezTo>
                  <a:cubicBezTo>
                    <a:pt x="8015" y="3153"/>
                    <a:pt x="7838" y="3330"/>
                    <a:pt x="7620" y="3330"/>
                  </a:cubicBezTo>
                  <a:lnTo>
                    <a:pt x="1812" y="3330"/>
                  </a:lnTo>
                  <a:cubicBezTo>
                    <a:pt x="1594" y="3330"/>
                    <a:pt x="1418" y="3153"/>
                    <a:pt x="1418" y="2935"/>
                  </a:cubicBezTo>
                  <a:cubicBezTo>
                    <a:pt x="1418" y="2717"/>
                    <a:pt x="1594" y="2540"/>
                    <a:pt x="1812" y="2540"/>
                  </a:cubicBezTo>
                  <a:close/>
                  <a:moveTo>
                    <a:pt x="1874" y="5081"/>
                  </a:moveTo>
                  <a:lnTo>
                    <a:pt x="4488" y="5081"/>
                  </a:lnTo>
                  <a:cubicBezTo>
                    <a:pt x="4706" y="5081"/>
                    <a:pt x="4883" y="5257"/>
                    <a:pt x="4883" y="5475"/>
                  </a:cubicBezTo>
                  <a:cubicBezTo>
                    <a:pt x="4883" y="5693"/>
                    <a:pt x="4706" y="5870"/>
                    <a:pt x="4488" y="5870"/>
                  </a:cubicBezTo>
                  <a:lnTo>
                    <a:pt x="1874" y="5870"/>
                  </a:lnTo>
                  <a:cubicBezTo>
                    <a:pt x="1656" y="5870"/>
                    <a:pt x="1479" y="5693"/>
                    <a:pt x="1479" y="5475"/>
                  </a:cubicBezTo>
                  <a:cubicBezTo>
                    <a:pt x="1479" y="5257"/>
                    <a:pt x="1656" y="5081"/>
                    <a:pt x="1874" y="5081"/>
                  </a:cubicBezTo>
                  <a:close/>
                  <a:moveTo>
                    <a:pt x="1874" y="7621"/>
                  </a:moveTo>
                  <a:lnTo>
                    <a:pt x="4488" y="7621"/>
                  </a:lnTo>
                  <a:cubicBezTo>
                    <a:pt x="4706" y="7621"/>
                    <a:pt x="4883" y="7798"/>
                    <a:pt x="4883" y="8016"/>
                  </a:cubicBezTo>
                  <a:cubicBezTo>
                    <a:pt x="4883" y="8234"/>
                    <a:pt x="4706" y="8410"/>
                    <a:pt x="4488" y="8410"/>
                  </a:cubicBezTo>
                  <a:lnTo>
                    <a:pt x="1874" y="8410"/>
                  </a:lnTo>
                  <a:cubicBezTo>
                    <a:pt x="1656" y="8410"/>
                    <a:pt x="1479" y="8234"/>
                    <a:pt x="1479" y="8016"/>
                  </a:cubicBezTo>
                  <a:cubicBezTo>
                    <a:pt x="1479" y="7798"/>
                    <a:pt x="1656" y="7621"/>
                    <a:pt x="1874" y="7621"/>
                  </a:cubicBezTo>
                  <a:close/>
                  <a:moveTo>
                    <a:pt x="5623" y="5081"/>
                  </a:moveTo>
                  <a:lnTo>
                    <a:pt x="6165" y="5081"/>
                  </a:lnTo>
                  <a:cubicBezTo>
                    <a:pt x="6383" y="5081"/>
                    <a:pt x="6560" y="5257"/>
                    <a:pt x="6560" y="5475"/>
                  </a:cubicBezTo>
                  <a:cubicBezTo>
                    <a:pt x="6560" y="5693"/>
                    <a:pt x="6383" y="5870"/>
                    <a:pt x="6165" y="5870"/>
                  </a:cubicBezTo>
                  <a:lnTo>
                    <a:pt x="5623" y="5870"/>
                  </a:lnTo>
                  <a:cubicBezTo>
                    <a:pt x="5405" y="5870"/>
                    <a:pt x="5228" y="5693"/>
                    <a:pt x="5228" y="5475"/>
                  </a:cubicBezTo>
                  <a:cubicBezTo>
                    <a:pt x="5228" y="5257"/>
                    <a:pt x="5405" y="5081"/>
                    <a:pt x="5623" y="5081"/>
                  </a:cubicBezTo>
                  <a:close/>
                  <a:moveTo>
                    <a:pt x="8453" y="5525"/>
                  </a:moveTo>
                  <a:cubicBezTo>
                    <a:pt x="9055" y="5525"/>
                    <a:pt x="9544" y="6013"/>
                    <a:pt x="9544" y="6616"/>
                  </a:cubicBezTo>
                  <a:lnTo>
                    <a:pt x="9544" y="8379"/>
                  </a:lnTo>
                  <a:cubicBezTo>
                    <a:pt x="9544" y="8982"/>
                    <a:pt x="9055" y="9471"/>
                    <a:pt x="8453" y="9471"/>
                  </a:cubicBezTo>
                  <a:cubicBezTo>
                    <a:pt x="7850" y="9471"/>
                    <a:pt x="7361" y="8982"/>
                    <a:pt x="7361" y="8379"/>
                  </a:cubicBezTo>
                  <a:lnTo>
                    <a:pt x="7361" y="6616"/>
                  </a:lnTo>
                  <a:cubicBezTo>
                    <a:pt x="7361" y="6013"/>
                    <a:pt x="7850" y="5525"/>
                    <a:pt x="8453" y="5525"/>
                  </a:cubicBezTo>
                  <a:close/>
                  <a:moveTo>
                    <a:pt x="8453" y="6215"/>
                  </a:moveTo>
                  <a:cubicBezTo>
                    <a:pt x="8231" y="6215"/>
                    <a:pt x="8052" y="6395"/>
                    <a:pt x="8052" y="6616"/>
                  </a:cubicBezTo>
                  <a:lnTo>
                    <a:pt x="8052" y="8379"/>
                  </a:lnTo>
                  <a:cubicBezTo>
                    <a:pt x="8052" y="8601"/>
                    <a:pt x="8231" y="8780"/>
                    <a:pt x="8453" y="8780"/>
                  </a:cubicBezTo>
                  <a:cubicBezTo>
                    <a:pt x="8674" y="8780"/>
                    <a:pt x="8853" y="8601"/>
                    <a:pt x="8853" y="8379"/>
                  </a:cubicBezTo>
                  <a:lnTo>
                    <a:pt x="8853" y="6616"/>
                  </a:lnTo>
                  <a:cubicBezTo>
                    <a:pt x="8853" y="6395"/>
                    <a:pt x="8674" y="6215"/>
                    <a:pt x="8453" y="6215"/>
                  </a:cubicBezTo>
                  <a:close/>
                  <a:moveTo>
                    <a:pt x="8804" y="10427"/>
                  </a:moveTo>
                  <a:lnTo>
                    <a:pt x="8804" y="10704"/>
                  </a:lnTo>
                  <a:lnTo>
                    <a:pt x="9137" y="10704"/>
                  </a:lnTo>
                  <a:cubicBezTo>
                    <a:pt x="9328" y="10704"/>
                    <a:pt x="9482" y="10858"/>
                    <a:pt x="9482" y="11049"/>
                  </a:cubicBezTo>
                  <a:cubicBezTo>
                    <a:pt x="9482" y="11240"/>
                    <a:pt x="9328" y="11394"/>
                    <a:pt x="9137" y="11394"/>
                  </a:cubicBezTo>
                  <a:lnTo>
                    <a:pt x="7707" y="11394"/>
                  </a:lnTo>
                  <a:cubicBezTo>
                    <a:pt x="7516" y="11394"/>
                    <a:pt x="7361" y="11240"/>
                    <a:pt x="7361" y="11049"/>
                  </a:cubicBezTo>
                  <a:cubicBezTo>
                    <a:pt x="7361" y="10858"/>
                    <a:pt x="7516" y="10704"/>
                    <a:pt x="7707" y="10704"/>
                  </a:cubicBezTo>
                  <a:lnTo>
                    <a:pt x="8114" y="10704"/>
                  </a:lnTo>
                  <a:lnTo>
                    <a:pt x="8114" y="10437"/>
                  </a:lnTo>
                  <a:cubicBezTo>
                    <a:pt x="6945" y="10286"/>
                    <a:pt x="6042" y="9287"/>
                    <a:pt x="6042" y="8077"/>
                  </a:cubicBezTo>
                  <a:lnTo>
                    <a:pt x="6042" y="7892"/>
                  </a:lnTo>
                  <a:cubicBezTo>
                    <a:pt x="6042" y="7702"/>
                    <a:pt x="6196" y="7547"/>
                    <a:pt x="6387" y="7547"/>
                  </a:cubicBezTo>
                  <a:cubicBezTo>
                    <a:pt x="6578" y="7547"/>
                    <a:pt x="6732" y="7702"/>
                    <a:pt x="6732" y="7892"/>
                  </a:cubicBezTo>
                  <a:lnTo>
                    <a:pt x="6732" y="8077"/>
                  </a:lnTo>
                  <a:cubicBezTo>
                    <a:pt x="6732" y="9010"/>
                    <a:pt x="7489" y="9767"/>
                    <a:pt x="8422" y="9767"/>
                  </a:cubicBezTo>
                  <a:cubicBezTo>
                    <a:pt x="9355" y="9767"/>
                    <a:pt x="10111" y="9010"/>
                    <a:pt x="10111" y="8077"/>
                  </a:cubicBezTo>
                  <a:lnTo>
                    <a:pt x="10111" y="7892"/>
                  </a:lnTo>
                  <a:cubicBezTo>
                    <a:pt x="10111" y="7702"/>
                    <a:pt x="10266" y="7547"/>
                    <a:pt x="10457" y="7547"/>
                  </a:cubicBezTo>
                  <a:cubicBezTo>
                    <a:pt x="10647" y="7547"/>
                    <a:pt x="10802" y="7702"/>
                    <a:pt x="10802" y="7892"/>
                  </a:cubicBezTo>
                  <a:lnTo>
                    <a:pt x="10802" y="8077"/>
                  </a:lnTo>
                  <a:cubicBezTo>
                    <a:pt x="10802" y="9262"/>
                    <a:pt x="9937" y="10244"/>
                    <a:pt x="8804" y="1042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2" name="business-report-with-growth_28700">
              <a:extLst>
                <a:ext uri="{FF2B5EF4-FFF2-40B4-BE49-F238E27FC236}">
                  <a16:creationId xmlns:a16="http://schemas.microsoft.com/office/drawing/2014/main" id="{668BD8D1-0532-0606-008E-C298B8DC16B2}"/>
                </a:ext>
              </a:extLst>
            </p:cNvPr>
            <p:cNvSpPr/>
            <p:nvPr/>
          </p:nvSpPr>
          <p:spPr>
            <a:xfrm>
              <a:off x="6556948" y="3927405"/>
              <a:ext cx="487803" cy="420110"/>
            </a:xfrm>
            <a:custGeom>
              <a:avLst/>
              <a:gdLst>
                <a:gd name="connsiteX0" fmla="*/ 234945 w 604604"/>
                <a:gd name="connsiteY0" fmla="*/ 497949 h 520702"/>
                <a:gd name="connsiteX1" fmla="*/ 234945 w 604604"/>
                <a:gd name="connsiteY1" fmla="*/ 506406 h 520702"/>
                <a:gd name="connsiteX2" fmla="*/ 369861 w 604604"/>
                <a:gd name="connsiteY2" fmla="*/ 506406 h 520702"/>
                <a:gd name="connsiteX3" fmla="*/ 369861 w 604604"/>
                <a:gd name="connsiteY3" fmla="*/ 497949 h 520702"/>
                <a:gd name="connsiteX4" fmla="*/ 234945 w 604604"/>
                <a:gd name="connsiteY4" fmla="*/ 474995 h 520702"/>
                <a:gd name="connsiteX5" fmla="*/ 234945 w 604604"/>
                <a:gd name="connsiteY5" fmla="*/ 483451 h 520702"/>
                <a:gd name="connsiteX6" fmla="*/ 369861 w 604604"/>
                <a:gd name="connsiteY6" fmla="*/ 483451 h 520702"/>
                <a:gd name="connsiteX7" fmla="*/ 369861 w 604604"/>
                <a:gd name="connsiteY7" fmla="*/ 474995 h 520702"/>
                <a:gd name="connsiteX8" fmla="*/ 332956 w 604604"/>
                <a:gd name="connsiteY8" fmla="*/ 474995 h 520702"/>
                <a:gd name="connsiteX9" fmla="*/ 271649 w 604604"/>
                <a:gd name="connsiteY9" fmla="*/ 474995 h 520702"/>
                <a:gd name="connsiteX10" fmla="*/ 278909 w 604604"/>
                <a:gd name="connsiteY10" fmla="*/ 412575 h 520702"/>
                <a:gd name="connsiteX11" fmla="*/ 278909 w 604604"/>
                <a:gd name="connsiteY11" fmla="*/ 460698 h 520702"/>
                <a:gd name="connsiteX12" fmla="*/ 325898 w 604604"/>
                <a:gd name="connsiteY12" fmla="*/ 460698 h 520702"/>
                <a:gd name="connsiteX13" fmla="*/ 325898 w 604604"/>
                <a:gd name="connsiteY13" fmla="*/ 412575 h 520702"/>
                <a:gd name="connsiteX14" fmla="*/ 514240 w 604604"/>
                <a:gd name="connsiteY14" fmla="*/ 83556 h 520702"/>
                <a:gd name="connsiteX15" fmla="*/ 515047 w 604604"/>
                <a:gd name="connsiteY15" fmla="*/ 93624 h 520702"/>
                <a:gd name="connsiteX16" fmla="*/ 416238 w 604604"/>
                <a:gd name="connsiteY16" fmla="*/ 210807 h 520702"/>
                <a:gd name="connsiteX17" fmla="*/ 415029 w 604604"/>
                <a:gd name="connsiteY17" fmla="*/ 211813 h 520702"/>
                <a:gd name="connsiteX18" fmla="*/ 414020 w 604604"/>
                <a:gd name="connsiteY18" fmla="*/ 212619 h 520702"/>
                <a:gd name="connsiteX19" fmla="*/ 410794 w 604604"/>
                <a:gd name="connsiteY19" fmla="*/ 213424 h 520702"/>
                <a:gd name="connsiteX20" fmla="*/ 407769 w 604604"/>
                <a:gd name="connsiteY20" fmla="*/ 212820 h 520702"/>
                <a:gd name="connsiteX21" fmla="*/ 407366 w 604604"/>
                <a:gd name="connsiteY21" fmla="*/ 212619 h 520702"/>
                <a:gd name="connsiteX22" fmla="*/ 348484 w 604604"/>
                <a:gd name="connsiteY22" fmla="*/ 182014 h 520702"/>
                <a:gd name="connsiteX23" fmla="*/ 272664 w 604604"/>
                <a:gd name="connsiteY23" fmla="*/ 261747 h 520702"/>
                <a:gd name="connsiteX24" fmla="*/ 272462 w 604604"/>
                <a:gd name="connsiteY24" fmla="*/ 261747 h 520702"/>
                <a:gd name="connsiteX25" fmla="*/ 272462 w 604604"/>
                <a:gd name="connsiteY25" fmla="*/ 261948 h 520702"/>
                <a:gd name="connsiteX26" fmla="*/ 271051 w 604604"/>
                <a:gd name="connsiteY26" fmla="*/ 262955 h 520702"/>
                <a:gd name="connsiteX27" fmla="*/ 270244 w 604604"/>
                <a:gd name="connsiteY27" fmla="*/ 263358 h 520702"/>
                <a:gd name="connsiteX28" fmla="*/ 267421 w 604604"/>
                <a:gd name="connsiteY28" fmla="*/ 263962 h 520702"/>
                <a:gd name="connsiteX29" fmla="*/ 264800 w 604604"/>
                <a:gd name="connsiteY29" fmla="*/ 263358 h 520702"/>
                <a:gd name="connsiteX30" fmla="*/ 263993 w 604604"/>
                <a:gd name="connsiteY30" fmla="*/ 262955 h 520702"/>
                <a:gd name="connsiteX31" fmla="*/ 262380 w 604604"/>
                <a:gd name="connsiteY31" fmla="*/ 261948 h 520702"/>
                <a:gd name="connsiteX32" fmla="*/ 262380 w 604604"/>
                <a:gd name="connsiteY32" fmla="*/ 261747 h 520702"/>
                <a:gd name="connsiteX33" fmla="*/ 262178 w 604604"/>
                <a:gd name="connsiteY33" fmla="*/ 261747 h 520702"/>
                <a:gd name="connsiteX34" fmla="*/ 212169 w 604604"/>
                <a:gd name="connsiteY34" fmla="*/ 210203 h 520702"/>
                <a:gd name="connsiteX35" fmla="*/ 116184 w 604604"/>
                <a:gd name="connsiteY35" fmla="*/ 318728 h 520702"/>
                <a:gd name="connsiteX36" fmla="*/ 110941 w 604604"/>
                <a:gd name="connsiteY36" fmla="*/ 321144 h 520702"/>
                <a:gd name="connsiteX37" fmla="*/ 106101 w 604604"/>
                <a:gd name="connsiteY37" fmla="*/ 319332 h 520702"/>
                <a:gd name="connsiteX38" fmla="*/ 105496 w 604604"/>
                <a:gd name="connsiteY38" fmla="*/ 309063 h 520702"/>
                <a:gd name="connsiteX39" fmla="*/ 206523 w 604604"/>
                <a:gd name="connsiteY39" fmla="*/ 194900 h 520702"/>
                <a:gd name="connsiteX40" fmla="*/ 206724 w 604604"/>
                <a:gd name="connsiteY40" fmla="*/ 194699 h 520702"/>
                <a:gd name="connsiteX41" fmla="*/ 206926 w 604604"/>
                <a:gd name="connsiteY41" fmla="*/ 194498 h 520702"/>
                <a:gd name="connsiteX42" fmla="*/ 207934 w 604604"/>
                <a:gd name="connsiteY42" fmla="*/ 193894 h 520702"/>
                <a:gd name="connsiteX43" fmla="*/ 209144 w 604604"/>
                <a:gd name="connsiteY43" fmla="*/ 193088 h 520702"/>
                <a:gd name="connsiteX44" fmla="*/ 210354 w 604604"/>
                <a:gd name="connsiteY44" fmla="*/ 192686 h 520702"/>
                <a:gd name="connsiteX45" fmla="*/ 211766 w 604604"/>
                <a:gd name="connsiteY45" fmla="*/ 192484 h 520702"/>
                <a:gd name="connsiteX46" fmla="*/ 213177 w 604604"/>
                <a:gd name="connsiteY46" fmla="*/ 192686 h 520702"/>
                <a:gd name="connsiteX47" fmla="*/ 214589 w 604604"/>
                <a:gd name="connsiteY47" fmla="*/ 192887 h 520702"/>
                <a:gd name="connsiteX48" fmla="*/ 215799 w 604604"/>
                <a:gd name="connsiteY48" fmla="*/ 193692 h 520702"/>
                <a:gd name="connsiteX49" fmla="*/ 216807 w 604604"/>
                <a:gd name="connsiteY49" fmla="*/ 194296 h 520702"/>
                <a:gd name="connsiteX50" fmla="*/ 217009 w 604604"/>
                <a:gd name="connsiteY50" fmla="*/ 194498 h 520702"/>
                <a:gd name="connsiteX51" fmla="*/ 217210 w 604604"/>
                <a:gd name="connsiteY51" fmla="*/ 194699 h 520702"/>
                <a:gd name="connsiteX52" fmla="*/ 267421 w 604604"/>
                <a:gd name="connsiteY52" fmla="*/ 246244 h 520702"/>
                <a:gd name="connsiteX53" fmla="*/ 341628 w 604604"/>
                <a:gd name="connsiteY53" fmla="*/ 168122 h 520702"/>
                <a:gd name="connsiteX54" fmla="*/ 342031 w 604604"/>
                <a:gd name="connsiteY54" fmla="*/ 167920 h 520702"/>
                <a:gd name="connsiteX55" fmla="*/ 343241 w 604604"/>
                <a:gd name="connsiteY55" fmla="*/ 167115 h 520702"/>
                <a:gd name="connsiteX56" fmla="*/ 344250 w 604604"/>
                <a:gd name="connsiteY56" fmla="*/ 166511 h 520702"/>
                <a:gd name="connsiteX57" fmla="*/ 345661 w 604604"/>
                <a:gd name="connsiteY57" fmla="*/ 166108 h 520702"/>
                <a:gd name="connsiteX58" fmla="*/ 347073 w 604604"/>
                <a:gd name="connsiteY58" fmla="*/ 165907 h 520702"/>
                <a:gd name="connsiteX59" fmla="*/ 348283 w 604604"/>
                <a:gd name="connsiteY59" fmla="*/ 166108 h 520702"/>
                <a:gd name="connsiteX60" fmla="*/ 349896 w 604604"/>
                <a:gd name="connsiteY60" fmla="*/ 166712 h 520702"/>
                <a:gd name="connsiteX61" fmla="*/ 350299 w 604604"/>
                <a:gd name="connsiteY61" fmla="*/ 166712 h 520702"/>
                <a:gd name="connsiteX62" fmla="*/ 408979 w 604604"/>
                <a:gd name="connsiteY62" fmla="*/ 197115 h 520702"/>
                <a:gd name="connsiteX63" fmla="*/ 503956 w 604604"/>
                <a:gd name="connsiteY63" fmla="*/ 84362 h 520702"/>
                <a:gd name="connsiteX64" fmla="*/ 514240 w 604604"/>
                <a:gd name="connsiteY64" fmla="*/ 83556 h 520702"/>
                <a:gd name="connsiteX65" fmla="*/ 36099 w 604604"/>
                <a:gd name="connsiteY65" fmla="*/ 14498 h 520702"/>
                <a:gd name="connsiteX66" fmla="*/ 14520 w 604604"/>
                <a:gd name="connsiteY66" fmla="*/ 36042 h 520702"/>
                <a:gd name="connsiteX67" fmla="*/ 14520 w 604604"/>
                <a:gd name="connsiteY67" fmla="*/ 336664 h 520702"/>
                <a:gd name="connsiteX68" fmla="*/ 590286 w 604604"/>
                <a:gd name="connsiteY68" fmla="*/ 336664 h 520702"/>
                <a:gd name="connsiteX69" fmla="*/ 590286 w 604604"/>
                <a:gd name="connsiteY69" fmla="*/ 36042 h 520702"/>
                <a:gd name="connsiteX70" fmla="*/ 568505 w 604604"/>
                <a:gd name="connsiteY70" fmla="*/ 14498 h 520702"/>
                <a:gd name="connsiteX71" fmla="*/ 36099 w 604604"/>
                <a:gd name="connsiteY71" fmla="*/ 0 h 520702"/>
                <a:gd name="connsiteX72" fmla="*/ 568505 w 604604"/>
                <a:gd name="connsiteY72" fmla="*/ 0 h 520702"/>
                <a:gd name="connsiteX73" fmla="*/ 604604 w 604604"/>
                <a:gd name="connsiteY73" fmla="*/ 36042 h 520702"/>
                <a:gd name="connsiteX74" fmla="*/ 604604 w 604604"/>
                <a:gd name="connsiteY74" fmla="*/ 376532 h 520702"/>
                <a:gd name="connsiteX75" fmla="*/ 568505 w 604604"/>
                <a:gd name="connsiteY75" fmla="*/ 412575 h 520702"/>
                <a:gd name="connsiteX76" fmla="*/ 340216 w 604604"/>
                <a:gd name="connsiteY76" fmla="*/ 412575 h 520702"/>
                <a:gd name="connsiteX77" fmla="*/ 340216 w 604604"/>
                <a:gd name="connsiteY77" fmla="*/ 460698 h 520702"/>
                <a:gd name="connsiteX78" fmla="*/ 376920 w 604604"/>
                <a:gd name="connsiteY78" fmla="*/ 460698 h 520702"/>
                <a:gd name="connsiteX79" fmla="*/ 384180 w 604604"/>
                <a:gd name="connsiteY79" fmla="*/ 467746 h 520702"/>
                <a:gd name="connsiteX80" fmla="*/ 384180 w 604604"/>
                <a:gd name="connsiteY80" fmla="*/ 513453 h 520702"/>
                <a:gd name="connsiteX81" fmla="*/ 376920 w 604604"/>
                <a:gd name="connsiteY81" fmla="*/ 520702 h 520702"/>
                <a:gd name="connsiteX82" fmla="*/ 227685 w 604604"/>
                <a:gd name="connsiteY82" fmla="*/ 520702 h 520702"/>
                <a:gd name="connsiteX83" fmla="*/ 220425 w 604604"/>
                <a:gd name="connsiteY83" fmla="*/ 513453 h 520702"/>
                <a:gd name="connsiteX84" fmla="*/ 220425 w 604604"/>
                <a:gd name="connsiteY84" fmla="*/ 467746 h 520702"/>
                <a:gd name="connsiteX85" fmla="*/ 227685 w 604604"/>
                <a:gd name="connsiteY85" fmla="*/ 460698 h 520702"/>
                <a:gd name="connsiteX86" fmla="*/ 264388 w 604604"/>
                <a:gd name="connsiteY86" fmla="*/ 460698 h 520702"/>
                <a:gd name="connsiteX87" fmla="*/ 264388 w 604604"/>
                <a:gd name="connsiteY87" fmla="*/ 412575 h 520702"/>
                <a:gd name="connsiteX88" fmla="*/ 36099 w 604604"/>
                <a:gd name="connsiteY88" fmla="*/ 412575 h 520702"/>
                <a:gd name="connsiteX89" fmla="*/ 0 w 604604"/>
                <a:gd name="connsiteY89" fmla="*/ 376331 h 520702"/>
                <a:gd name="connsiteX90" fmla="*/ 0 w 604604"/>
                <a:gd name="connsiteY90" fmla="*/ 36042 h 520702"/>
                <a:gd name="connsiteX91" fmla="*/ 36099 w 604604"/>
                <a:gd name="connsiteY91" fmla="*/ 0 h 520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604604" h="520702">
                  <a:moveTo>
                    <a:pt x="234945" y="497949"/>
                  </a:moveTo>
                  <a:lnTo>
                    <a:pt x="234945" y="506406"/>
                  </a:lnTo>
                  <a:lnTo>
                    <a:pt x="369861" y="506406"/>
                  </a:lnTo>
                  <a:lnTo>
                    <a:pt x="369861" y="497949"/>
                  </a:lnTo>
                  <a:close/>
                  <a:moveTo>
                    <a:pt x="234945" y="474995"/>
                  </a:moveTo>
                  <a:lnTo>
                    <a:pt x="234945" y="483451"/>
                  </a:lnTo>
                  <a:lnTo>
                    <a:pt x="369861" y="483451"/>
                  </a:lnTo>
                  <a:lnTo>
                    <a:pt x="369861" y="474995"/>
                  </a:lnTo>
                  <a:lnTo>
                    <a:pt x="332956" y="474995"/>
                  </a:lnTo>
                  <a:lnTo>
                    <a:pt x="271649" y="474995"/>
                  </a:lnTo>
                  <a:close/>
                  <a:moveTo>
                    <a:pt x="278909" y="412575"/>
                  </a:moveTo>
                  <a:lnTo>
                    <a:pt x="278909" y="460698"/>
                  </a:lnTo>
                  <a:lnTo>
                    <a:pt x="325898" y="460698"/>
                  </a:lnTo>
                  <a:lnTo>
                    <a:pt x="325898" y="412575"/>
                  </a:lnTo>
                  <a:close/>
                  <a:moveTo>
                    <a:pt x="514240" y="83556"/>
                  </a:moveTo>
                  <a:cubicBezTo>
                    <a:pt x="517265" y="85973"/>
                    <a:pt x="517668" y="90604"/>
                    <a:pt x="515047" y="93624"/>
                  </a:cubicBezTo>
                  <a:lnTo>
                    <a:pt x="416238" y="210807"/>
                  </a:lnTo>
                  <a:cubicBezTo>
                    <a:pt x="415835" y="211209"/>
                    <a:pt x="415432" y="211612"/>
                    <a:pt x="415029" y="211813"/>
                  </a:cubicBezTo>
                  <a:cubicBezTo>
                    <a:pt x="414625" y="212015"/>
                    <a:pt x="414424" y="212418"/>
                    <a:pt x="414020" y="212619"/>
                  </a:cubicBezTo>
                  <a:cubicBezTo>
                    <a:pt x="413012" y="213022"/>
                    <a:pt x="412004" y="213424"/>
                    <a:pt x="410794" y="213424"/>
                  </a:cubicBezTo>
                  <a:cubicBezTo>
                    <a:pt x="409786" y="213424"/>
                    <a:pt x="408777" y="213223"/>
                    <a:pt x="407769" y="212820"/>
                  </a:cubicBezTo>
                  <a:cubicBezTo>
                    <a:pt x="407769" y="212619"/>
                    <a:pt x="407568" y="212619"/>
                    <a:pt x="407366" y="212619"/>
                  </a:cubicBezTo>
                  <a:lnTo>
                    <a:pt x="348484" y="182014"/>
                  </a:lnTo>
                  <a:lnTo>
                    <a:pt x="272664" y="261747"/>
                  </a:lnTo>
                  <a:cubicBezTo>
                    <a:pt x="272664" y="261747"/>
                    <a:pt x="272664" y="261747"/>
                    <a:pt x="272462" y="261747"/>
                  </a:cubicBezTo>
                  <a:cubicBezTo>
                    <a:pt x="272462" y="261747"/>
                    <a:pt x="272462" y="261948"/>
                    <a:pt x="272462" y="261948"/>
                  </a:cubicBezTo>
                  <a:cubicBezTo>
                    <a:pt x="272059" y="262351"/>
                    <a:pt x="271454" y="262552"/>
                    <a:pt x="271051" y="262955"/>
                  </a:cubicBezTo>
                  <a:cubicBezTo>
                    <a:pt x="270647" y="262955"/>
                    <a:pt x="270446" y="263358"/>
                    <a:pt x="270244" y="263358"/>
                  </a:cubicBezTo>
                  <a:cubicBezTo>
                    <a:pt x="269236" y="263761"/>
                    <a:pt x="268429" y="263962"/>
                    <a:pt x="267421" y="263962"/>
                  </a:cubicBezTo>
                  <a:cubicBezTo>
                    <a:pt x="266413" y="263962"/>
                    <a:pt x="265606" y="263761"/>
                    <a:pt x="264800" y="263358"/>
                  </a:cubicBezTo>
                  <a:cubicBezTo>
                    <a:pt x="264396" y="263358"/>
                    <a:pt x="264195" y="263157"/>
                    <a:pt x="263993" y="262955"/>
                  </a:cubicBezTo>
                  <a:cubicBezTo>
                    <a:pt x="263388" y="262754"/>
                    <a:pt x="262985" y="262351"/>
                    <a:pt x="262380" y="261948"/>
                  </a:cubicBezTo>
                  <a:cubicBezTo>
                    <a:pt x="262380" y="261948"/>
                    <a:pt x="262380" y="261948"/>
                    <a:pt x="262380" y="261747"/>
                  </a:cubicBezTo>
                  <a:cubicBezTo>
                    <a:pt x="262380" y="261747"/>
                    <a:pt x="262178" y="261747"/>
                    <a:pt x="262178" y="261747"/>
                  </a:cubicBezTo>
                  <a:lnTo>
                    <a:pt x="212169" y="210203"/>
                  </a:lnTo>
                  <a:lnTo>
                    <a:pt x="116184" y="318728"/>
                  </a:lnTo>
                  <a:cubicBezTo>
                    <a:pt x="114772" y="320339"/>
                    <a:pt x="112756" y="321144"/>
                    <a:pt x="110941" y="321144"/>
                  </a:cubicBezTo>
                  <a:cubicBezTo>
                    <a:pt x="109126" y="321144"/>
                    <a:pt x="107513" y="320540"/>
                    <a:pt x="106101" y="319332"/>
                  </a:cubicBezTo>
                  <a:cubicBezTo>
                    <a:pt x="103077" y="316513"/>
                    <a:pt x="102673" y="312083"/>
                    <a:pt x="105496" y="309063"/>
                  </a:cubicBezTo>
                  <a:lnTo>
                    <a:pt x="206523" y="194900"/>
                  </a:lnTo>
                  <a:cubicBezTo>
                    <a:pt x="206724" y="194699"/>
                    <a:pt x="206724" y="194699"/>
                    <a:pt x="206724" y="194699"/>
                  </a:cubicBezTo>
                  <a:cubicBezTo>
                    <a:pt x="206926" y="194699"/>
                    <a:pt x="206926" y="194498"/>
                    <a:pt x="206926" y="194498"/>
                  </a:cubicBezTo>
                  <a:cubicBezTo>
                    <a:pt x="207329" y="194095"/>
                    <a:pt x="207531" y="194095"/>
                    <a:pt x="207934" y="193894"/>
                  </a:cubicBezTo>
                  <a:cubicBezTo>
                    <a:pt x="208338" y="193491"/>
                    <a:pt x="208741" y="193290"/>
                    <a:pt x="209144" y="193088"/>
                  </a:cubicBezTo>
                  <a:cubicBezTo>
                    <a:pt x="209548" y="192887"/>
                    <a:pt x="209951" y="192887"/>
                    <a:pt x="210354" y="192686"/>
                  </a:cubicBezTo>
                  <a:cubicBezTo>
                    <a:pt x="210959" y="192686"/>
                    <a:pt x="211362" y="192484"/>
                    <a:pt x="211766" y="192484"/>
                  </a:cubicBezTo>
                  <a:cubicBezTo>
                    <a:pt x="212371" y="192484"/>
                    <a:pt x="212774" y="192484"/>
                    <a:pt x="213177" y="192686"/>
                  </a:cubicBezTo>
                  <a:cubicBezTo>
                    <a:pt x="213581" y="192686"/>
                    <a:pt x="214186" y="192686"/>
                    <a:pt x="214589" y="192887"/>
                  </a:cubicBezTo>
                  <a:cubicBezTo>
                    <a:pt x="214992" y="193088"/>
                    <a:pt x="215395" y="193290"/>
                    <a:pt x="215799" y="193692"/>
                  </a:cubicBezTo>
                  <a:cubicBezTo>
                    <a:pt x="216202" y="193894"/>
                    <a:pt x="216404" y="193894"/>
                    <a:pt x="216807" y="194296"/>
                  </a:cubicBezTo>
                  <a:cubicBezTo>
                    <a:pt x="216807" y="194296"/>
                    <a:pt x="216807" y="194296"/>
                    <a:pt x="217009" y="194498"/>
                  </a:cubicBezTo>
                  <a:cubicBezTo>
                    <a:pt x="217009" y="194498"/>
                    <a:pt x="217210" y="194498"/>
                    <a:pt x="217210" y="194699"/>
                  </a:cubicBezTo>
                  <a:lnTo>
                    <a:pt x="267421" y="246244"/>
                  </a:lnTo>
                  <a:lnTo>
                    <a:pt x="341628" y="168122"/>
                  </a:lnTo>
                  <a:cubicBezTo>
                    <a:pt x="341628" y="168122"/>
                    <a:pt x="341830" y="168122"/>
                    <a:pt x="342031" y="167920"/>
                  </a:cubicBezTo>
                  <a:cubicBezTo>
                    <a:pt x="342233" y="167518"/>
                    <a:pt x="342838" y="167316"/>
                    <a:pt x="343241" y="167115"/>
                  </a:cubicBezTo>
                  <a:cubicBezTo>
                    <a:pt x="343645" y="166913"/>
                    <a:pt x="343846" y="166511"/>
                    <a:pt x="344250" y="166511"/>
                  </a:cubicBezTo>
                  <a:cubicBezTo>
                    <a:pt x="344854" y="166309"/>
                    <a:pt x="345258" y="166309"/>
                    <a:pt x="345661" y="166108"/>
                  </a:cubicBezTo>
                  <a:cubicBezTo>
                    <a:pt x="346064" y="166108"/>
                    <a:pt x="346669" y="165907"/>
                    <a:pt x="347073" y="165907"/>
                  </a:cubicBezTo>
                  <a:cubicBezTo>
                    <a:pt x="347476" y="165907"/>
                    <a:pt x="347879" y="166108"/>
                    <a:pt x="348283" y="166108"/>
                  </a:cubicBezTo>
                  <a:cubicBezTo>
                    <a:pt x="348887" y="166309"/>
                    <a:pt x="349291" y="166309"/>
                    <a:pt x="349896" y="166712"/>
                  </a:cubicBezTo>
                  <a:cubicBezTo>
                    <a:pt x="349896" y="166712"/>
                    <a:pt x="350097" y="166712"/>
                    <a:pt x="350299" y="166712"/>
                  </a:cubicBezTo>
                  <a:lnTo>
                    <a:pt x="408979" y="197115"/>
                  </a:lnTo>
                  <a:lnTo>
                    <a:pt x="503956" y="84362"/>
                  </a:lnTo>
                  <a:cubicBezTo>
                    <a:pt x="506578" y="81342"/>
                    <a:pt x="511014" y="80939"/>
                    <a:pt x="514240" y="83556"/>
                  </a:cubicBezTo>
                  <a:close/>
                  <a:moveTo>
                    <a:pt x="36099" y="14498"/>
                  </a:moveTo>
                  <a:cubicBezTo>
                    <a:pt x="24200" y="14498"/>
                    <a:pt x="14520" y="24163"/>
                    <a:pt x="14520" y="36042"/>
                  </a:cubicBezTo>
                  <a:lnTo>
                    <a:pt x="14520" y="336664"/>
                  </a:lnTo>
                  <a:lnTo>
                    <a:pt x="590286" y="336664"/>
                  </a:lnTo>
                  <a:lnTo>
                    <a:pt x="590286" y="36042"/>
                  </a:lnTo>
                  <a:cubicBezTo>
                    <a:pt x="590286" y="24163"/>
                    <a:pt x="580404" y="14498"/>
                    <a:pt x="568505" y="14498"/>
                  </a:cubicBezTo>
                  <a:close/>
                  <a:moveTo>
                    <a:pt x="36099" y="0"/>
                  </a:moveTo>
                  <a:lnTo>
                    <a:pt x="568505" y="0"/>
                  </a:lnTo>
                  <a:cubicBezTo>
                    <a:pt x="588471" y="0"/>
                    <a:pt x="604604" y="16108"/>
                    <a:pt x="604604" y="36042"/>
                  </a:cubicBezTo>
                  <a:lnTo>
                    <a:pt x="604604" y="376532"/>
                  </a:lnTo>
                  <a:cubicBezTo>
                    <a:pt x="604604" y="396265"/>
                    <a:pt x="588471" y="412575"/>
                    <a:pt x="568505" y="412575"/>
                  </a:cubicBezTo>
                  <a:lnTo>
                    <a:pt x="340216" y="412575"/>
                  </a:lnTo>
                  <a:lnTo>
                    <a:pt x="340216" y="460698"/>
                  </a:lnTo>
                  <a:lnTo>
                    <a:pt x="376920" y="460698"/>
                  </a:lnTo>
                  <a:cubicBezTo>
                    <a:pt x="380953" y="460698"/>
                    <a:pt x="384180" y="463920"/>
                    <a:pt x="384180" y="467746"/>
                  </a:cubicBezTo>
                  <a:lnTo>
                    <a:pt x="384180" y="513453"/>
                  </a:lnTo>
                  <a:cubicBezTo>
                    <a:pt x="384180" y="517480"/>
                    <a:pt x="380953" y="520702"/>
                    <a:pt x="376920" y="520702"/>
                  </a:cubicBezTo>
                  <a:lnTo>
                    <a:pt x="227685" y="520702"/>
                  </a:lnTo>
                  <a:cubicBezTo>
                    <a:pt x="223651" y="520702"/>
                    <a:pt x="220425" y="517480"/>
                    <a:pt x="220425" y="513453"/>
                  </a:cubicBezTo>
                  <a:lnTo>
                    <a:pt x="220425" y="467746"/>
                  </a:lnTo>
                  <a:cubicBezTo>
                    <a:pt x="220425" y="463920"/>
                    <a:pt x="223651" y="460698"/>
                    <a:pt x="227685" y="460698"/>
                  </a:cubicBezTo>
                  <a:lnTo>
                    <a:pt x="264388" y="460698"/>
                  </a:lnTo>
                  <a:lnTo>
                    <a:pt x="264388" y="412575"/>
                  </a:lnTo>
                  <a:lnTo>
                    <a:pt x="36099" y="412575"/>
                  </a:lnTo>
                  <a:cubicBezTo>
                    <a:pt x="16133" y="412575"/>
                    <a:pt x="0" y="396265"/>
                    <a:pt x="0" y="376331"/>
                  </a:cubicBezTo>
                  <a:lnTo>
                    <a:pt x="0" y="36042"/>
                  </a:lnTo>
                  <a:cubicBezTo>
                    <a:pt x="0" y="16108"/>
                    <a:pt x="16133" y="0"/>
                    <a:pt x="3609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029619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ṡ1íḋe"/>
          <p:cNvSpPr/>
          <p:nvPr/>
        </p:nvSpPr>
        <p:spPr>
          <a:xfrm>
            <a:off x="-11552" y="-1"/>
            <a:ext cx="12215105" cy="620689"/>
          </a:xfrm>
          <a:prstGeom prst="rect">
            <a:avLst/>
          </a:prstGeom>
          <a:solidFill>
            <a:srgbClr val="0E41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5" name="iṡḻîdê"/>
          <p:cNvSpPr/>
          <p:nvPr/>
        </p:nvSpPr>
        <p:spPr>
          <a:xfrm>
            <a:off x="0" y="0"/>
            <a:ext cx="12192000" cy="3445288"/>
          </a:xfrm>
          <a:prstGeom prst="rect">
            <a:avLst/>
          </a:prstGeom>
          <a:solidFill>
            <a:srgbClr val="122E66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D19D9943-2FC6-8BAB-6D63-95EB695E6EAF}"/>
              </a:ext>
            </a:extLst>
          </p:cNvPr>
          <p:cNvCxnSpPr>
            <a:cxnSpLocks/>
          </p:cNvCxnSpPr>
          <p:nvPr/>
        </p:nvCxnSpPr>
        <p:spPr>
          <a:xfrm flipV="1">
            <a:off x="707718" y="856366"/>
            <a:ext cx="0" cy="355445"/>
          </a:xfrm>
          <a:prstGeom prst="line">
            <a:avLst/>
          </a:prstGeom>
          <a:ln w="79375">
            <a:solidFill>
              <a:srgbClr val="122E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>
            <a:extLst>
              <a:ext uri="{FF2B5EF4-FFF2-40B4-BE49-F238E27FC236}">
                <a16:creationId xmlns:a16="http://schemas.microsoft.com/office/drawing/2014/main" id="{3C4E42A1-1173-BF65-9D51-B943970D3E2D}"/>
              </a:ext>
            </a:extLst>
          </p:cNvPr>
          <p:cNvGrpSpPr/>
          <p:nvPr/>
        </p:nvGrpSpPr>
        <p:grpSpPr>
          <a:xfrm>
            <a:off x="1960642" y="2497257"/>
            <a:ext cx="8323142" cy="1816661"/>
            <a:chOff x="2377440" y="2692400"/>
            <a:chExt cx="2741369" cy="589280"/>
          </a:xfrm>
        </p:grpSpPr>
        <p:sp>
          <p:nvSpPr>
            <p:cNvPr id="26" name="矩形: 圆角 25">
              <a:extLst>
                <a:ext uri="{FF2B5EF4-FFF2-40B4-BE49-F238E27FC236}">
                  <a16:creationId xmlns:a16="http://schemas.microsoft.com/office/drawing/2014/main" id="{E022AB89-6D0B-C080-6500-2EB0B2CD2722}"/>
                </a:ext>
              </a:extLst>
            </p:cNvPr>
            <p:cNvSpPr/>
            <p:nvPr/>
          </p:nvSpPr>
          <p:spPr>
            <a:xfrm>
              <a:off x="2377440" y="2692400"/>
              <a:ext cx="2741369" cy="589280"/>
            </a:xfrm>
            <a:prstGeom prst="roundRect">
              <a:avLst>
                <a:gd name="adj" fmla="val 35632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381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</a:endParaRPr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67BBD986-2291-1F82-C6D6-5A39C9F1F1B9}"/>
                </a:ext>
              </a:extLst>
            </p:cNvPr>
            <p:cNvSpPr txBox="1"/>
            <p:nvPr/>
          </p:nvSpPr>
          <p:spPr>
            <a:xfrm>
              <a:off x="3313348" y="2879824"/>
              <a:ext cx="852286" cy="2296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000" spc="600" dirty="0">
                  <a:solidFill>
                    <a:srgbClr val="122E66"/>
                  </a:solidFill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+mn-ea"/>
                </a:rPr>
                <a:t>需求分析</a:t>
              </a:r>
            </a:p>
          </p:txBody>
        </p:sp>
      </p:grpSp>
      <p:sp>
        <p:nvSpPr>
          <p:cNvPr id="34" name="文本框 33">
            <a:extLst>
              <a:ext uri="{FF2B5EF4-FFF2-40B4-BE49-F238E27FC236}">
                <a16:creationId xmlns:a16="http://schemas.microsoft.com/office/drawing/2014/main" id="{52C36C23-5CCB-7DCD-395D-9BF5E016C560}"/>
              </a:ext>
            </a:extLst>
          </p:cNvPr>
          <p:cNvSpPr txBox="1"/>
          <p:nvPr/>
        </p:nvSpPr>
        <p:spPr>
          <a:xfrm>
            <a:off x="1960642" y="2121849"/>
            <a:ext cx="2587647" cy="264687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16600" dirty="0">
                <a:solidFill>
                  <a:schemeClr val="bg1">
                    <a:lumMod val="85000"/>
                    <a:alpha val="62000"/>
                  </a:schemeClr>
                </a:solidFill>
                <a:latin typeface="Impact" panose="020B0806030902050204" pitchFamily="34" charset="0"/>
                <a:cs typeface="+mn-ea"/>
              </a:rPr>
              <a:t>02</a:t>
            </a:r>
            <a:endParaRPr lang="zh-CN" altLang="en-US" sz="16600" dirty="0">
              <a:solidFill>
                <a:schemeClr val="bg1">
                  <a:lumMod val="85000"/>
                  <a:alpha val="62000"/>
                </a:schemeClr>
              </a:solidFill>
              <a:latin typeface="Impact" panose="020B0806030902050204" pitchFamily="34" charset="0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644050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ṡ1íḋe"/>
          <p:cNvSpPr/>
          <p:nvPr/>
        </p:nvSpPr>
        <p:spPr>
          <a:xfrm>
            <a:off x="-11552" y="-1"/>
            <a:ext cx="12215105" cy="620689"/>
          </a:xfrm>
          <a:prstGeom prst="rect">
            <a:avLst/>
          </a:prstGeom>
          <a:solidFill>
            <a:srgbClr val="0E41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5" name="iṡḻîdê"/>
          <p:cNvSpPr/>
          <p:nvPr/>
        </p:nvSpPr>
        <p:spPr>
          <a:xfrm>
            <a:off x="0" y="0"/>
            <a:ext cx="12192000" cy="3445288"/>
          </a:xfrm>
          <a:prstGeom prst="rect">
            <a:avLst/>
          </a:prstGeom>
          <a:solidFill>
            <a:srgbClr val="122E66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9" name="iš1íḍè"/>
          <p:cNvSpPr/>
          <p:nvPr/>
        </p:nvSpPr>
        <p:spPr>
          <a:xfrm>
            <a:off x="274736" y="404664"/>
            <a:ext cx="11608824" cy="59555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1600" sx="101000" sy="101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500" b="1" i="0" u="none" strike="noStrike" kern="1200" cap="none" spc="30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035D2321-05FE-9F25-86C1-AEFCCDE9F710}"/>
              </a:ext>
            </a:extLst>
          </p:cNvPr>
          <p:cNvGrpSpPr/>
          <p:nvPr/>
        </p:nvGrpSpPr>
        <p:grpSpPr>
          <a:xfrm>
            <a:off x="707718" y="813975"/>
            <a:ext cx="3828219" cy="430887"/>
            <a:chOff x="707718" y="813975"/>
            <a:chExt cx="3828219" cy="430887"/>
          </a:xfrm>
        </p:grpSpPr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D19D9943-2FC6-8BAB-6D63-95EB695E6EA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7718" y="856366"/>
              <a:ext cx="0" cy="355445"/>
            </a:xfrm>
            <a:prstGeom prst="line">
              <a:avLst/>
            </a:prstGeom>
            <a:ln w="79375">
              <a:solidFill>
                <a:srgbClr val="122E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361DDB0D-F6B0-8357-BAF3-6B13EA04797F}"/>
                </a:ext>
              </a:extLst>
            </p:cNvPr>
            <p:cNvSpPr txBox="1"/>
            <p:nvPr/>
          </p:nvSpPr>
          <p:spPr>
            <a:xfrm>
              <a:off x="841558" y="813975"/>
              <a:ext cx="3694379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srgbClr val="00156C"/>
                  </a:solidFill>
                  <a:effectLst/>
                  <a:uLnTx/>
                  <a:uFillTx/>
                  <a:latin typeface="+mn-ea"/>
                  <a:cs typeface="+mn-ea"/>
                </a:rPr>
                <a:t>目标用户与使用场景</a:t>
              </a:r>
            </a:p>
          </p:txBody>
        </p:sp>
      </p:grpSp>
      <p:graphicFrame>
        <p:nvGraphicFramePr>
          <p:cNvPr id="25" name="图示 24">
            <a:extLst>
              <a:ext uri="{FF2B5EF4-FFF2-40B4-BE49-F238E27FC236}">
                <a16:creationId xmlns:a16="http://schemas.microsoft.com/office/drawing/2014/main" id="{6355CD93-6519-7DB6-BE43-F16C5A551AA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40963028"/>
              </p:ext>
            </p:extLst>
          </p:nvPr>
        </p:nvGraphicFramePr>
        <p:xfrm>
          <a:off x="1876319" y="1505669"/>
          <a:ext cx="8816394" cy="43288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8" name="文本框 27">
            <a:extLst>
              <a:ext uri="{FF2B5EF4-FFF2-40B4-BE49-F238E27FC236}">
                <a16:creationId xmlns:a16="http://schemas.microsoft.com/office/drawing/2014/main" id="{7405F8A3-F4AF-8C1B-EBAD-A300A041B259}"/>
              </a:ext>
            </a:extLst>
          </p:cNvPr>
          <p:cNvSpPr txBox="1"/>
          <p:nvPr/>
        </p:nvSpPr>
        <p:spPr>
          <a:xfrm>
            <a:off x="1635284" y="2189697"/>
            <a:ext cx="1437752" cy="464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pc="300" dirty="0">
                <a:solidFill>
                  <a:srgbClr val="122E66"/>
                </a:solidFill>
                <a:latin typeface="思源黑体 CN Bold"/>
                <a:ea typeface="思源宋体 CN" panose="02020400000000000000" pitchFamily="18" charset="-122"/>
                <a:cs typeface="+mn-ea"/>
                <a:sym typeface="+mn-lt"/>
              </a:rPr>
              <a:t>面向对象</a:t>
            </a:r>
            <a:endParaRPr lang="zh-CN" altLang="en-US" sz="1800" spc="300" dirty="0">
              <a:solidFill>
                <a:srgbClr val="122E66"/>
              </a:solidFill>
              <a:latin typeface="思源黑体 CN Bold"/>
              <a:ea typeface="思源宋体 CN" panose="02020400000000000000" pitchFamily="18" charset="-122"/>
              <a:cs typeface="+mn-ea"/>
              <a:sym typeface="+mn-lt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61820FF9-E7E0-7C6F-3B33-27DA6BB4064E}"/>
              </a:ext>
            </a:extLst>
          </p:cNvPr>
          <p:cNvSpPr txBox="1"/>
          <p:nvPr/>
        </p:nvSpPr>
        <p:spPr>
          <a:xfrm>
            <a:off x="1876319" y="4058559"/>
            <a:ext cx="7209066" cy="1530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accent1"/>
                </a:solidFill>
                <a:latin typeface="思源黑体 CN Bold"/>
                <a:ea typeface="思源宋体 CN" panose="02020400000000000000" pitchFamily="18" charset="-122"/>
                <a:cs typeface="+mn-ea"/>
                <a:sym typeface="+mn-lt"/>
              </a:rPr>
              <a:t>学生因上课、实习或考研复习无法亲自取件时，通过系统发布订单，填写取件码、快递点及宿舍楼信息；跑腿员在课余时间浏览未接订单，接单后前往快递点取件，并将快递送至指定宿舍楼下或门口，双方确认完成。全程线上流转，提升效率。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4A41F0CE-D8C1-A858-3A04-ADC15F3323B8}"/>
              </a:ext>
            </a:extLst>
          </p:cNvPr>
          <p:cNvSpPr txBox="1"/>
          <p:nvPr/>
        </p:nvSpPr>
        <p:spPr>
          <a:xfrm>
            <a:off x="9596805" y="4516029"/>
            <a:ext cx="1437752" cy="464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pc="300" dirty="0">
                <a:solidFill>
                  <a:srgbClr val="122E66"/>
                </a:solidFill>
                <a:latin typeface="思源黑体 CN Bold"/>
                <a:ea typeface="思源宋体 CN" panose="02020400000000000000" pitchFamily="18" charset="-122"/>
                <a:cs typeface="+mn-ea"/>
                <a:sym typeface="+mn-lt"/>
              </a:rPr>
              <a:t>使用场景</a:t>
            </a:r>
            <a:endParaRPr lang="zh-CN" altLang="en-US" sz="1800" spc="300" dirty="0">
              <a:solidFill>
                <a:srgbClr val="122E66"/>
              </a:solidFill>
              <a:latin typeface="思源黑体 CN Bold"/>
              <a:ea typeface="思源宋体 CN" panose="02020400000000000000" pitchFamily="18" charset="-122"/>
              <a:cs typeface="+mn-ea"/>
              <a:sym typeface="+mn-lt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E4240242-1DD4-54E6-B49A-6E9809F07536}"/>
              </a:ext>
            </a:extLst>
          </p:cNvPr>
          <p:cNvSpPr txBox="1"/>
          <p:nvPr/>
        </p:nvSpPr>
        <p:spPr>
          <a:xfrm>
            <a:off x="3314071" y="1722644"/>
            <a:ext cx="7358928" cy="1530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chemeClr val="accent1"/>
                </a:solidFill>
                <a:latin typeface="思源黑体 CN Bold"/>
                <a:ea typeface="思源宋体 CN" panose="02020400000000000000" pitchFamily="18" charset="-122"/>
                <a:cs typeface="+mn-ea"/>
                <a:sym typeface="+mn-lt"/>
              </a:rPr>
              <a:t>普通用户：需要代取快递，发布订单；查看自己发布的订单状态；对跑腿员进行评价。</a:t>
            </a:r>
          </a:p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chemeClr val="accent1"/>
                </a:solidFill>
                <a:latin typeface="思源黑体 CN Bold"/>
                <a:ea typeface="思源宋体 CN" panose="02020400000000000000" pitchFamily="18" charset="-122"/>
                <a:cs typeface="+mn-ea"/>
                <a:sym typeface="+mn-lt"/>
              </a:rPr>
              <a:t>跑腿员用户：浏览未接订单，接单，更新配送进度，确认完成订单，查看累计收入与完成单数。</a:t>
            </a: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33532B6D-723D-DA8B-6373-A623BC00FC0D}"/>
              </a:ext>
            </a:extLst>
          </p:cNvPr>
          <p:cNvSpPr/>
          <p:nvPr/>
        </p:nvSpPr>
        <p:spPr>
          <a:xfrm>
            <a:off x="284421" y="6453336"/>
            <a:ext cx="1608856" cy="367807"/>
          </a:xfrm>
          <a:prstGeom prst="homePlat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cs typeface="+mn-ea"/>
              </a:rPr>
              <a:t>需求分析</a:t>
            </a:r>
          </a:p>
        </p:txBody>
      </p:sp>
    </p:spTree>
    <p:extLst>
      <p:ext uri="{BB962C8B-B14F-4D97-AF65-F5344CB8AC3E}">
        <p14:creationId xmlns:p14="http://schemas.microsoft.com/office/powerpoint/2010/main" val="39310080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ṡ1íḋe"/>
          <p:cNvSpPr/>
          <p:nvPr/>
        </p:nvSpPr>
        <p:spPr>
          <a:xfrm>
            <a:off x="-11552" y="-1"/>
            <a:ext cx="12215105" cy="620689"/>
          </a:xfrm>
          <a:prstGeom prst="rect">
            <a:avLst/>
          </a:prstGeom>
          <a:solidFill>
            <a:srgbClr val="0E41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5" name="iṡḻîdê"/>
          <p:cNvSpPr/>
          <p:nvPr/>
        </p:nvSpPr>
        <p:spPr>
          <a:xfrm>
            <a:off x="0" y="0"/>
            <a:ext cx="12192000" cy="3445288"/>
          </a:xfrm>
          <a:prstGeom prst="rect">
            <a:avLst/>
          </a:prstGeom>
          <a:solidFill>
            <a:srgbClr val="122E66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9" name="iš1íḍè"/>
          <p:cNvSpPr/>
          <p:nvPr/>
        </p:nvSpPr>
        <p:spPr>
          <a:xfrm>
            <a:off x="338233" y="310343"/>
            <a:ext cx="11608824" cy="59555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1600" sx="101000" sy="101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500" b="1" i="0" u="none" strike="noStrike" kern="1200" cap="none" spc="30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195CE547-C9BD-F42C-60B3-749AB12B9BFC}"/>
              </a:ext>
            </a:extLst>
          </p:cNvPr>
          <p:cNvGrpSpPr/>
          <p:nvPr/>
        </p:nvGrpSpPr>
        <p:grpSpPr>
          <a:xfrm>
            <a:off x="623331" y="1222681"/>
            <a:ext cx="10915571" cy="3706757"/>
            <a:chOff x="582665" y="1398952"/>
            <a:chExt cx="10915571" cy="3706757"/>
          </a:xfrm>
        </p:grpSpPr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C4070BC0-F761-F305-53D2-CCB0EA269F1B}"/>
                </a:ext>
              </a:extLst>
            </p:cNvPr>
            <p:cNvGrpSpPr/>
            <p:nvPr/>
          </p:nvGrpSpPr>
          <p:grpSpPr>
            <a:xfrm>
              <a:off x="856122" y="2970643"/>
              <a:ext cx="2309036" cy="2135066"/>
              <a:chOff x="856122" y="2915701"/>
              <a:chExt cx="2309036" cy="2135066"/>
            </a:xfrm>
          </p:grpSpPr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904670F0-0507-5991-32B0-1FF122530A99}"/>
                  </a:ext>
                </a:extLst>
              </p:cNvPr>
              <p:cNvSpPr txBox="1"/>
              <p:nvPr/>
            </p:nvSpPr>
            <p:spPr>
              <a:xfrm>
                <a:off x="856122" y="3889808"/>
                <a:ext cx="2309036" cy="11609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zh-CN" altLang="en-US" sz="16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思源黑体 CN Bold"/>
                    <a:ea typeface="思源宋体 CN" panose="02020400000000000000" pitchFamily="18" charset="-122"/>
                    <a:cs typeface="+mn-ea"/>
                    <a:sym typeface="+mn-lt"/>
                  </a:rPr>
                  <a:t>注册、登录、</a:t>
                </a:r>
                <a:endParaRPr lang="en-US" altLang="zh-CN" sz="1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endParaRPr>
              </a:p>
              <a:p>
                <a:pPr algn="l">
                  <a:lnSpc>
                    <a:spcPct val="150000"/>
                  </a:lnSpc>
                </a:pPr>
                <a:r>
                  <a:rPr lang="zh-CN" altLang="en-US" sz="16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思源黑体 CN Bold"/>
                    <a:ea typeface="思源宋体 CN" panose="02020400000000000000" pitchFamily="18" charset="-122"/>
                    <a:cs typeface="+mn-ea"/>
                    <a:sym typeface="+mn-lt"/>
                  </a:rPr>
                  <a:t>角色区分（普通用户 </a:t>
                </a:r>
                <a:r>
                  <a:rPr lang="en-US" altLang="zh-CN" sz="16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思源黑体 CN Bold"/>
                    <a:ea typeface="思源宋体 CN" panose="02020400000000000000" pitchFamily="18" charset="-122"/>
                    <a:cs typeface="+mn-ea"/>
                    <a:sym typeface="+mn-lt"/>
                  </a:rPr>
                  <a:t>/ </a:t>
                </a:r>
                <a:r>
                  <a:rPr lang="zh-CN" altLang="en-US" sz="16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思源黑体 CN Bold"/>
                    <a:ea typeface="思源宋体 CN" panose="02020400000000000000" pitchFamily="18" charset="-122"/>
                    <a:cs typeface="+mn-ea"/>
                    <a:sym typeface="+mn-lt"/>
                  </a:rPr>
                  <a:t>跑腿员）</a:t>
                </a:r>
              </a:p>
            </p:txBody>
          </p:sp>
          <p:grpSp>
            <p:nvGrpSpPr>
              <p:cNvPr id="28" name="组合 27">
                <a:extLst>
                  <a:ext uri="{FF2B5EF4-FFF2-40B4-BE49-F238E27FC236}">
                    <a16:creationId xmlns:a16="http://schemas.microsoft.com/office/drawing/2014/main" id="{C41149CD-C349-6376-6240-5016F594A703}"/>
                  </a:ext>
                </a:extLst>
              </p:cNvPr>
              <p:cNvGrpSpPr/>
              <p:nvPr/>
            </p:nvGrpSpPr>
            <p:grpSpPr>
              <a:xfrm>
                <a:off x="995234" y="2915701"/>
                <a:ext cx="1468657" cy="464871"/>
                <a:chOff x="1085321" y="3217001"/>
                <a:chExt cx="1468657" cy="464871"/>
              </a:xfrm>
            </p:grpSpPr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5A0D092B-0C08-1BC2-5D40-71F7F5163CDA}"/>
                    </a:ext>
                  </a:extLst>
                </p:cNvPr>
                <p:cNvSpPr txBox="1"/>
                <p:nvPr/>
              </p:nvSpPr>
              <p:spPr>
                <a:xfrm>
                  <a:off x="1116226" y="3217001"/>
                  <a:ext cx="1437752" cy="46487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>
                    <a:lnSpc>
                      <a:spcPct val="150000"/>
                    </a:lnSpc>
                  </a:pPr>
                  <a:r>
                    <a:rPr lang="zh-CN" altLang="en-US" spc="300" dirty="0">
                      <a:solidFill>
                        <a:srgbClr val="122E66"/>
                      </a:solidFill>
                      <a:latin typeface="思源黑体 CN Bold"/>
                      <a:ea typeface="思源宋体 CN" panose="02020400000000000000" pitchFamily="18" charset="-122"/>
                      <a:cs typeface="+mn-ea"/>
                      <a:sym typeface="+mn-lt"/>
                    </a:rPr>
                    <a:t>用户模块</a:t>
                  </a:r>
                  <a:endParaRPr lang="zh-CN" altLang="en-US" sz="1800" spc="300" dirty="0">
                    <a:solidFill>
                      <a:srgbClr val="122E66"/>
                    </a:solidFill>
                    <a:latin typeface="思源黑体 CN Bold"/>
                    <a:ea typeface="思源宋体 CN" panose="02020400000000000000" pitchFamily="18" charset="-122"/>
                    <a:cs typeface="+mn-ea"/>
                    <a:sym typeface="+mn-lt"/>
                  </a:endParaRPr>
                </a:p>
              </p:txBody>
            </p:sp>
            <p:cxnSp>
              <p:nvCxnSpPr>
                <p:cNvPr id="32" name="直接连接符 31">
                  <a:extLst>
                    <a:ext uri="{FF2B5EF4-FFF2-40B4-BE49-F238E27FC236}">
                      <a16:creationId xmlns:a16="http://schemas.microsoft.com/office/drawing/2014/main" id="{FF733E79-2EFA-CB51-2276-8009188A72FF}"/>
                    </a:ext>
                  </a:extLst>
                </p:cNvPr>
                <p:cNvCxnSpPr/>
                <p:nvPr/>
              </p:nvCxnSpPr>
              <p:spPr>
                <a:xfrm>
                  <a:off x="1085321" y="3353993"/>
                  <a:ext cx="0" cy="287072"/>
                </a:xfrm>
                <a:prstGeom prst="line">
                  <a:avLst/>
                </a:prstGeom>
                <a:ln w="50800">
                  <a:solidFill>
                    <a:srgbClr val="122E66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33" name="组合 32">
              <a:extLst>
                <a:ext uri="{FF2B5EF4-FFF2-40B4-BE49-F238E27FC236}">
                  <a16:creationId xmlns:a16="http://schemas.microsoft.com/office/drawing/2014/main" id="{CB07DE56-2254-D965-6445-F8D569905166}"/>
                </a:ext>
              </a:extLst>
            </p:cNvPr>
            <p:cNvGrpSpPr/>
            <p:nvPr/>
          </p:nvGrpSpPr>
          <p:grpSpPr>
            <a:xfrm>
              <a:off x="3476061" y="2929836"/>
              <a:ext cx="2309036" cy="2145357"/>
              <a:chOff x="960820" y="2874894"/>
              <a:chExt cx="2309036" cy="2145357"/>
            </a:xfrm>
          </p:grpSpPr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EB0AD40F-2CD2-7F81-81C4-93A8DA6474F6}"/>
                  </a:ext>
                </a:extLst>
              </p:cNvPr>
              <p:cNvSpPr txBox="1"/>
              <p:nvPr/>
            </p:nvSpPr>
            <p:spPr>
              <a:xfrm>
                <a:off x="960820" y="3859228"/>
                <a:ext cx="2309036" cy="11610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zh-CN" altLang="en-US" sz="16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思源黑体 CN Bold"/>
                    <a:ea typeface="思源宋体 CN" panose="02020400000000000000" pitchFamily="18" charset="-122"/>
                    <a:cs typeface="+mn-ea"/>
                    <a:sym typeface="+mn-lt"/>
                  </a:rPr>
                  <a:t>发布订单、接单、更新进度、确认完成、取消订单</a:t>
                </a:r>
              </a:p>
            </p:txBody>
          </p:sp>
          <p:grpSp>
            <p:nvGrpSpPr>
              <p:cNvPr id="35" name="组合 34">
                <a:extLst>
                  <a:ext uri="{FF2B5EF4-FFF2-40B4-BE49-F238E27FC236}">
                    <a16:creationId xmlns:a16="http://schemas.microsoft.com/office/drawing/2014/main" id="{EB583D23-A5BE-9B99-31AB-31F4A93AA57F}"/>
                  </a:ext>
                </a:extLst>
              </p:cNvPr>
              <p:cNvGrpSpPr/>
              <p:nvPr/>
            </p:nvGrpSpPr>
            <p:grpSpPr>
              <a:xfrm>
                <a:off x="1068752" y="2874894"/>
                <a:ext cx="1484276" cy="464871"/>
                <a:chOff x="1158839" y="3176194"/>
                <a:chExt cx="1484276" cy="464871"/>
              </a:xfrm>
            </p:grpSpPr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06D70E00-E738-5978-0E2A-E0C7985858F3}"/>
                    </a:ext>
                  </a:extLst>
                </p:cNvPr>
                <p:cNvSpPr txBox="1"/>
                <p:nvPr/>
              </p:nvSpPr>
              <p:spPr>
                <a:xfrm>
                  <a:off x="1205363" y="3176194"/>
                  <a:ext cx="1437752" cy="46487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>
                    <a:lnSpc>
                      <a:spcPct val="150000"/>
                    </a:lnSpc>
                  </a:pPr>
                  <a:r>
                    <a:rPr lang="zh-CN" altLang="en-US" spc="300" dirty="0">
                      <a:solidFill>
                        <a:srgbClr val="122E66"/>
                      </a:solidFill>
                      <a:latin typeface="思源黑体 CN Bold"/>
                      <a:ea typeface="思源宋体 CN" panose="02020400000000000000" pitchFamily="18" charset="-122"/>
                      <a:cs typeface="+mn-ea"/>
                      <a:sym typeface="+mn-lt"/>
                    </a:rPr>
                    <a:t>订单模块</a:t>
                  </a:r>
                  <a:endParaRPr lang="zh-CN" altLang="en-US" sz="1800" spc="300" dirty="0">
                    <a:solidFill>
                      <a:srgbClr val="122E66"/>
                    </a:solidFill>
                    <a:latin typeface="思源黑体 CN Bold"/>
                    <a:ea typeface="思源宋体 CN" panose="02020400000000000000" pitchFamily="18" charset="-122"/>
                    <a:cs typeface="+mn-ea"/>
                    <a:sym typeface="+mn-lt"/>
                  </a:endParaRPr>
                </a:p>
              </p:txBody>
            </p:sp>
            <p:cxnSp>
              <p:nvCxnSpPr>
                <p:cNvPr id="37" name="直接连接符 36">
                  <a:extLst>
                    <a:ext uri="{FF2B5EF4-FFF2-40B4-BE49-F238E27FC236}">
                      <a16:creationId xmlns:a16="http://schemas.microsoft.com/office/drawing/2014/main" id="{5C00DA25-E77B-6837-CC6E-27CF9FC08594}"/>
                    </a:ext>
                  </a:extLst>
                </p:cNvPr>
                <p:cNvCxnSpPr/>
                <p:nvPr/>
              </p:nvCxnSpPr>
              <p:spPr>
                <a:xfrm>
                  <a:off x="1158839" y="3305901"/>
                  <a:ext cx="0" cy="287072"/>
                </a:xfrm>
                <a:prstGeom prst="line">
                  <a:avLst/>
                </a:prstGeom>
                <a:ln w="50800">
                  <a:solidFill>
                    <a:srgbClr val="122E66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8AE15281-70E7-C13C-4197-C6F8098D72FA}"/>
                </a:ext>
              </a:extLst>
            </p:cNvPr>
            <p:cNvGrpSpPr/>
            <p:nvPr/>
          </p:nvGrpSpPr>
          <p:grpSpPr>
            <a:xfrm>
              <a:off x="6096000" y="2929836"/>
              <a:ext cx="2309036" cy="1759900"/>
              <a:chOff x="1065518" y="2874894"/>
              <a:chExt cx="2309036" cy="1759900"/>
            </a:xfrm>
          </p:grpSpPr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A9912F57-D8C1-3D6E-5C4A-2DC1AD6D2C89}"/>
                  </a:ext>
                </a:extLst>
              </p:cNvPr>
              <p:cNvSpPr txBox="1"/>
              <p:nvPr/>
            </p:nvSpPr>
            <p:spPr>
              <a:xfrm>
                <a:off x="1065518" y="3843167"/>
                <a:ext cx="2309036" cy="7916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zh-CN" altLang="en-US" sz="16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思源黑体 CN Bold"/>
                    <a:ea typeface="思源宋体 CN" panose="02020400000000000000" pitchFamily="18" charset="-122"/>
                    <a:cs typeface="+mn-ea"/>
                    <a:sym typeface="+mn-lt"/>
                  </a:rPr>
                  <a:t>订单完成后对跑腿员进行评分和留言</a:t>
                </a:r>
              </a:p>
            </p:txBody>
          </p:sp>
          <p:grpSp>
            <p:nvGrpSpPr>
              <p:cNvPr id="40" name="组合 39">
                <a:extLst>
                  <a:ext uri="{FF2B5EF4-FFF2-40B4-BE49-F238E27FC236}">
                    <a16:creationId xmlns:a16="http://schemas.microsoft.com/office/drawing/2014/main" id="{E33E4676-8AB2-2E96-6EEA-7D394A4262CD}"/>
                  </a:ext>
                </a:extLst>
              </p:cNvPr>
              <p:cNvGrpSpPr/>
              <p:nvPr/>
            </p:nvGrpSpPr>
            <p:grpSpPr>
              <a:xfrm>
                <a:off x="1185391" y="2874894"/>
                <a:ext cx="1478967" cy="464871"/>
                <a:chOff x="1275478" y="3176194"/>
                <a:chExt cx="1478967" cy="464871"/>
              </a:xfrm>
            </p:grpSpPr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EA94B646-8C86-E06F-CABF-590EF50BE66C}"/>
                    </a:ext>
                  </a:extLst>
                </p:cNvPr>
                <p:cNvSpPr txBox="1"/>
                <p:nvPr/>
              </p:nvSpPr>
              <p:spPr>
                <a:xfrm>
                  <a:off x="1316693" y="3176194"/>
                  <a:ext cx="1437752" cy="46487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>
                    <a:lnSpc>
                      <a:spcPct val="150000"/>
                    </a:lnSpc>
                  </a:pPr>
                  <a:r>
                    <a:rPr lang="zh-CN" altLang="en-US" spc="300" dirty="0">
                      <a:solidFill>
                        <a:srgbClr val="122E66"/>
                      </a:solidFill>
                      <a:latin typeface="思源黑体 CN Bold"/>
                      <a:ea typeface="思源宋体 CN" panose="02020400000000000000" pitchFamily="18" charset="-122"/>
                      <a:cs typeface="+mn-ea"/>
                      <a:sym typeface="+mn-lt"/>
                    </a:rPr>
                    <a:t>评价模块</a:t>
                  </a:r>
                  <a:endParaRPr lang="zh-CN" altLang="en-US" sz="1800" spc="300" dirty="0">
                    <a:solidFill>
                      <a:srgbClr val="122E66"/>
                    </a:solidFill>
                    <a:latin typeface="思源黑体 CN Bold"/>
                    <a:ea typeface="思源宋体 CN" panose="02020400000000000000" pitchFamily="18" charset="-122"/>
                    <a:cs typeface="+mn-ea"/>
                    <a:sym typeface="+mn-lt"/>
                  </a:endParaRPr>
                </a:p>
              </p:txBody>
            </p:sp>
            <p:cxnSp>
              <p:nvCxnSpPr>
                <p:cNvPr id="42" name="直接连接符 41">
                  <a:extLst>
                    <a:ext uri="{FF2B5EF4-FFF2-40B4-BE49-F238E27FC236}">
                      <a16:creationId xmlns:a16="http://schemas.microsoft.com/office/drawing/2014/main" id="{BC23185C-6DD7-B205-EF61-DA38C50503EE}"/>
                    </a:ext>
                  </a:extLst>
                </p:cNvPr>
                <p:cNvCxnSpPr/>
                <p:nvPr/>
              </p:nvCxnSpPr>
              <p:spPr>
                <a:xfrm>
                  <a:off x="1275478" y="3305901"/>
                  <a:ext cx="0" cy="287072"/>
                </a:xfrm>
                <a:prstGeom prst="line">
                  <a:avLst/>
                </a:prstGeom>
                <a:ln w="50800">
                  <a:solidFill>
                    <a:srgbClr val="122E66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43" name="组合 42">
              <a:extLst>
                <a:ext uri="{FF2B5EF4-FFF2-40B4-BE49-F238E27FC236}">
                  <a16:creationId xmlns:a16="http://schemas.microsoft.com/office/drawing/2014/main" id="{41E60F4D-1BFF-7DCC-AEF0-9E64FBC2281E}"/>
                </a:ext>
              </a:extLst>
            </p:cNvPr>
            <p:cNvGrpSpPr/>
            <p:nvPr/>
          </p:nvGrpSpPr>
          <p:grpSpPr>
            <a:xfrm>
              <a:off x="8767635" y="2929996"/>
              <a:ext cx="2309036" cy="1768258"/>
              <a:chOff x="1221913" y="2875054"/>
              <a:chExt cx="2309036" cy="1768258"/>
            </a:xfrm>
          </p:grpSpPr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CAC862BC-6CF5-D31D-6C34-86F803FED349}"/>
                  </a:ext>
                </a:extLst>
              </p:cNvPr>
              <p:cNvSpPr txBox="1"/>
              <p:nvPr/>
            </p:nvSpPr>
            <p:spPr>
              <a:xfrm>
                <a:off x="1221913" y="3851685"/>
                <a:ext cx="2309036" cy="7916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zh-CN" altLang="en-US" sz="16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思源黑体 CN Bold"/>
                    <a:ea typeface="思源宋体 CN" panose="02020400000000000000" pitchFamily="18" charset="-122"/>
                    <a:cs typeface="+mn-ea"/>
                    <a:sym typeface="+mn-lt"/>
                  </a:rPr>
                  <a:t>跑腿员查看累计收入与完成单数</a:t>
                </a:r>
              </a:p>
            </p:txBody>
          </p:sp>
          <p:grpSp>
            <p:nvGrpSpPr>
              <p:cNvPr id="45" name="组合 44">
                <a:extLst>
                  <a:ext uri="{FF2B5EF4-FFF2-40B4-BE49-F238E27FC236}">
                    <a16:creationId xmlns:a16="http://schemas.microsoft.com/office/drawing/2014/main" id="{5477E8E2-8C88-1956-E4F8-D4FA1FD6806F}"/>
                  </a:ext>
                </a:extLst>
              </p:cNvPr>
              <p:cNvGrpSpPr/>
              <p:nvPr/>
            </p:nvGrpSpPr>
            <p:grpSpPr>
              <a:xfrm>
                <a:off x="1267637" y="2875054"/>
                <a:ext cx="1437752" cy="464871"/>
                <a:chOff x="1357724" y="3176354"/>
                <a:chExt cx="1437752" cy="464871"/>
              </a:xfrm>
            </p:grpSpPr>
            <p:sp>
              <p:nvSpPr>
                <p:cNvPr id="46" name="文本框 45">
                  <a:extLst>
                    <a:ext uri="{FF2B5EF4-FFF2-40B4-BE49-F238E27FC236}">
                      <a16:creationId xmlns:a16="http://schemas.microsoft.com/office/drawing/2014/main" id="{EE05E371-2E88-3FE2-F3AC-5C57B5D85CF1}"/>
                    </a:ext>
                  </a:extLst>
                </p:cNvPr>
                <p:cNvSpPr txBox="1"/>
                <p:nvPr/>
              </p:nvSpPr>
              <p:spPr>
                <a:xfrm>
                  <a:off x="1357724" y="3176354"/>
                  <a:ext cx="1437752" cy="46487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>
                    <a:lnSpc>
                      <a:spcPct val="150000"/>
                    </a:lnSpc>
                  </a:pPr>
                  <a:r>
                    <a:rPr lang="zh-CN" altLang="en-US" spc="300" dirty="0">
                      <a:solidFill>
                        <a:srgbClr val="122E66"/>
                      </a:solidFill>
                      <a:latin typeface="思源黑体 CN Bold"/>
                      <a:ea typeface="思源宋体 CN" panose="02020400000000000000" pitchFamily="18" charset="-122"/>
                      <a:cs typeface="+mn-ea"/>
                      <a:sym typeface="+mn-lt"/>
                    </a:rPr>
                    <a:t>结算模块</a:t>
                  </a:r>
                  <a:endParaRPr lang="zh-CN" altLang="en-US" sz="1800" spc="300" dirty="0">
                    <a:solidFill>
                      <a:srgbClr val="122E66"/>
                    </a:solidFill>
                    <a:latin typeface="思源黑体 CN Bold"/>
                    <a:ea typeface="思源宋体 CN" panose="02020400000000000000" pitchFamily="18" charset="-122"/>
                    <a:cs typeface="+mn-ea"/>
                    <a:sym typeface="+mn-lt"/>
                  </a:endParaRPr>
                </a:p>
              </p:txBody>
            </p:sp>
            <p:cxnSp>
              <p:nvCxnSpPr>
                <p:cNvPr id="47" name="直接连接符 46">
                  <a:extLst>
                    <a:ext uri="{FF2B5EF4-FFF2-40B4-BE49-F238E27FC236}">
                      <a16:creationId xmlns:a16="http://schemas.microsoft.com/office/drawing/2014/main" id="{364FDFE7-5DF0-6744-8DE1-F1DA0743EE0F}"/>
                    </a:ext>
                  </a:extLst>
                </p:cNvPr>
                <p:cNvCxnSpPr/>
                <p:nvPr/>
              </p:nvCxnSpPr>
              <p:spPr>
                <a:xfrm>
                  <a:off x="1357724" y="3305901"/>
                  <a:ext cx="0" cy="287072"/>
                </a:xfrm>
                <a:prstGeom prst="line">
                  <a:avLst/>
                </a:prstGeom>
                <a:ln w="50800">
                  <a:solidFill>
                    <a:srgbClr val="122E66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48" name="组合 47">
              <a:extLst>
                <a:ext uri="{FF2B5EF4-FFF2-40B4-BE49-F238E27FC236}">
                  <a16:creationId xmlns:a16="http://schemas.microsoft.com/office/drawing/2014/main" id="{33292207-0CF8-145A-6471-1936F9C33781}"/>
                </a:ext>
              </a:extLst>
            </p:cNvPr>
            <p:cNvGrpSpPr/>
            <p:nvPr/>
          </p:nvGrpSpPr>
          <p:grpSpPr>
            <a:xfrm>
              <a:off x="582665" y="1398952"/>
              <a:ext cx="10915571" cy="587340"/>
              <a:chOff x="567898" y="877958"/>
              <a:chExt cx="10915571" cy="587340"/>
            </a:xfrm>
          </p:grpSpPr>
          <p:cxnSp>
            <p:nvCxnSpPr>
              <p:cNvPr id="49" name="直接连接符 48">
                <a:extLst>
                  <a:ext uri="{FF2B5EF4-FFF2-40B4-BE49-F238E27FC236}">
                    <a16:creationId xmlns:a16="http://schemas.microsoft.com/office/drawing/2014/main" id="{83D7A9EB-9C6B-9027-39F1-EB733997789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51467" y="1226793"/>
                <a:ext cx="3932002" cy="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DB6E957C-DA13-104F-04F2-78140EF99AC8}"/>
                  </a:ext>
                </a:extLst>
              </p:cNvPr>
              <p:cNvSpPr txBox="1"/>
              <p:nvPr/>
            </p:nvSpPr>
            <p:spPr>
              <a:xfrm>
                <a:off x="4801570" y="877958"/>
                <a:ext cx="2512485" cy="5873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zh-CN" altLang="en-US" sz="2400" b="1" spc="600" dirty="0">
                    <a:solidFill>
                      <a:srgbClr val="122E66"/>
                    </a:solidFill>
                    <a:latin typeface="思源黑体 CN Bold"/>
                    <a:ea typeface="思源宋体 CN" panose="02020400000000000000" pitchFamily="18" charset="-122"/>
                    <a:cs typeface="+mn-ea"/>
                    <a:sym typeface="+mn-lt"/>
                  </a:rPr>
                  <a:t>核心功能清单</a:t>
                </a:r>
              </a:p>
            </p:txBody>
          </p:sp>
          <p:cxnSp>
            <p:nvCxnSpPr>
              <p:cNvPr id="51" name="直接连接符 50">
                <a:extLst>
                  <a:ext uri="{FF2B5EF4-FFF2-40B4-BE49-F238E27FC236}">
                    <a16:creationId xmlns:a16="http://schemas.microsoft.com/office/drawing/2014/main" id="{2F794F5B-0C13-A257-3B78-74CD0F4E1CE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7898" y="1238528"/>
                <a:ext cx="3932002" cy="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E36F1D9F-A563-4C54-26A3-9380215424B3}"/>
              </a:ext>
            </a:extLst>
          </p:cNvPr>
          <p:cNvSpPr/>
          <p:nvPr/>
        </p:nvSpPr>
        <p:spPr>
          <a:xfrm>
            <a:off x="338233" y="6405130"/>
            <a:ext cx="1608856" cy="367807"/>
          </a:xfrm>
          <a:prstGeom prst="homePlat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cs typeface="+mn-ea"/>
              </a:rPr>
              <a:t>需求分析</a:t>
            </a:r>
          </a:p>
        </p:txBody>
      </p:sp>
    </p:spTree>
    <p:extLst>
      <p:ext uri="{BB962C8B-B14F-4D97-AF65-F5344CB8AC3E}">
        <p14:creationId xmlns:p14="http://schemas.microsoft.com/office/powerpoint/2010/main" val="41338797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ṡ1íḋe"/>
          <p:cNvSpPr/>
          <p:nvPr/>
        </p:nvSpPr>
        <p:spPr>
          <a:xfrm>
            <a:off x="-11552" y="-1"/>
            <a:ext cx="12215105" cy="620689"/>
          </a:xfrm>
          <a:prstGeom prst="rect">
            <a:avLst/>
          </a:prstGeom>
          <a:solidFill>
            <a:srgbClr val="0E41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5" name="iṡḻîdê"/>
          <p:cNvSpPr/>
          <p:nvPr/>
        </p:nvSpPr>
        <p:spPr>
          <a:xfrm>
            <a:off x="0" y="0"/>
            <a:ext cx="12192000" cy="3445288"/>
          </a:xfrm>
          <a:prstGeom prst="rect">
            <a:avLst/>
          </a:prstGeom>
          <a:solidFill>
            <a:srgbClr val="122E66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9" name="iš1íḍè"/>
          <p:cNvSpPr/>
          <p:nvPr/>
        </p:nvSpPr>
        <p:spPr>
          <a:xfrm>
            <a:off x="274736" y="404664"/>
            <a:ext cx="11608824" cy="59555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1600" sx="101000" sy="101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500" b="1" i="0" u="none" strike="noStrike" kern="1200" cap="none" spc="30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E933C115-0343-C1D4-43C6-44350A8855B5}"/>
              </a:ext>
            </a:extLst>
          </p:cNvPr>
          <p:cNvGrpSpPr/>
          <p:nvPr/>
        </p:nvGrpSpPr>
        <p:grpSpPr>
          <a:xfrm>
            <a:off x="1049541" y="1866019"/>
            <a:ext cx="9956671" cy="3424376"/>
            <a:chOff x="1207802" y="1371777"/>
            <a:chExt cx="9956671" cy="3424376"/>
          </a:xfrm>
        </p:grpSpPr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6F354C90-ECD3-BBA5-8C0E-294D8D1656BE}"/>
                </a:ext>
              </a:extLst>
            </p:cNvPr>
            <p:cNvGrpSpPr/>
            <p:nvPr/>
          </p:nvGrpSpPr>
          <p:grpSpPr>
            <a:xfrm>
              <a:off x="1207802" y="3216183"/>
              <a:ext cx="2921938" cy="1579970"/>
              <a:chOff x="1207802" y="3052714"/>
              <a:chExt cx="2921938" cy="1579970"/>
            </a:xfrm>
          </p:grpSpPr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109D4B10-F03B-BB63-1BF8-F680A45E9331}"/>
                  </a:ext>
                </a:extLst>
              </p:cNvPr>
              <p:cNvSpPr txBox="1"/>
              <p:nvPr/>
            </p:nvSpPr>
            <p:spPr>
              <a:xfrm>
                <a:off x="1207802" y="3753597"/>
                <a:ext cx="2921938" cy="8790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zh-CN" altLang="en-US" dirty="0">
                    <a:solidFill>
                      <a:srgbClr val="122E66"/>
                    </a:solidFill>
                    <a:latin typeface="思源黑体 CN Bold"/>
                    <a:ea typeface="思源宋体 CN" panose="02020400000000000000" pitchFamily="18" charset="-122"/>
                    <a:cs typeface="+mn-ea"/>
                    <a:sym typeface="+mn-lt"/>
                  </a:rPr>
                  <a:t>普通页面响应时间≤</a:t>
                </a:r>
                <a:r>
                  <a:rPr lang="en-US" altLang="zh-CN" dirty="0">
                    <a:solidFill>
                      <a:srgbClr val="122E66"/>
                    </a:solidFill>
                    <a:latin typeface="思源黑体 CN Bold"/>
                    <a:ea typeface="思源宋体 CN" panose="02020400000000000000" pitchFamily="18" charset="-122"/>
                    <a:cs typeface="+mn-ea"/>
                    <a:sym typeface="+mn-lt"/>
                  </a:rPr>
                  <a:t>2</a:t>
                </a:r>
                <a:r>
                  <a:rPr lang="zh-CN" altLang="en-US" dirty="0">
                    <a:solidFill>
                      <a:srgbClr val="122E66"/>
                    </a:solidFill>
                    <a:latin typeface="思源黑体 CN Bold"/>
                    <a:ea typeface="思源宋体 CN" panose="02020400000000000000" pitchFamily="18" charset="-122"/>
                    <a:cs typeface="+mn-ea"/>
                    <a:sym typeface="+mn-lt"/>
                  </a:rPr>
                  <a:t>秒，并发用户数≤</a:t>
                </a:r>
                <a:r>
                  <a:rPr lang="en-US" altLang="zh-CN" dirty="0">
                    <a:solidFill>
                      <a:srgbClr val="122E66"/>
                    </a:solidFill>
                    <a:latin typeface="思源黑体 CN Bold"/>
                    <a:ea typeface="思源宋体 CN" panose="02020400000000000000" pitchFamily="18" charset="-122"/>
                    <a:cs typeface="+mn-ea"/>
                    <a:sym typeface="+mn-lt"/>
                  </a:rPr>
                  <a:t>50</a:t>
                </a:r>
                <a:r>
                  <a:rPr lang="zh-CN" altLang="en-US" dirty="0">
                    <a:solidFill>
                      <a:srgbClr val="122E66"/>
                    </a:solidFill>
                    <a:latin typeface="思源黑体 CN Bold"/>
                    <a:ea typeface="思源宋体 CN" panose="02020400000000000000" pitchFamily="18" charset="-122"/>
                    <a:cs typeface="+mn-ea"/>
                    <a:sym typeface="+mn-lt"/>
                  </a:rPr>
                  <a:t>。</a:t>
                </a:r>
              </a:p>
            </p:txBody>
          </p:sp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6EB45123-53CA-9BB2-0A88-8576DCC24A62}"/>
                  </a:ext>
                </a:extLst>
              </p:cNvPr>
              <p:cNvSpPr txBox="1"/>
              <p:nvPr/>
            </p:nvSpPr>
            <p:spPr>
              <a:xfrm>
                <a:off x="2043749" y="3052714"/>
                <a:ext cx="1552353" cy="4635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zh-CN" altLang="en-US" b="1" spc="300" dirty="0">
                    <a:solidFill>
                      <a:srgbClr val="122E66"/>
                    </a:solidFill>
                    <a:latin typeface="思源黑体 CN Bold"/>
                    <a:ea typeface="思源宋体 CN" panose="02020400000000000000" pitchFamily="18" charset="-122"/>
                    <a:cs typeface="+mn-ea"/>
                    <a:sym typeface="+mn-lt"/>
                  </a:rPr>
                  <a:t>性能要求</a:t>
                </a:r>
                <a:endParaRPr lang="zh-CN" altLang="en-US" sz="1800" b="1" spc="300" dirty="0">
                  <a:solidFill>
                    <a:srgbClr val="122E66"/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endParaRPr>
              </a:p>
            </p:txBody>
          </p:sp>
        </p:grpSp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37CF67B1-F096-78EC-22B6-5363CC4D2BDA}"/>
                </a:ext>
              </a:extLst>
            </p:cNvPr>
            <p:cNvGrpSpPr/>
            <p:nvPr/>
          </p:nvGrpSpPr>
          <p:grpSpPr>
            <a:xfrm>
              <a:off x="1892596" y="1371777"/>
              <a:ext cx="1552353" cy="1552353"/>
              <a:chOff x="1892596" y="1148489"/>
              <a:chExt cx="1552353" cy="1552353"/>
            </a:xfrm>
          </p:grpSpPr>
          <p:sp>
            <p:nvSpPr>
              <p:cNvPr id="22" name="圆: 空心 21">
                <a:extLst>
                  <a:ext uri="{FF2B5EF4-FFF2-40B4-BE49-F238E27FC236}">
                    <a16:creationId xmlns:a16="http://schemas.microsoft.com/office/drawing/2014/main" id="{F913EE6E-036F-3D53-8208-19DDAB793263}"/>
                  </a:ext>
                </a:extLst>
              </p:cNvPr>
              <p:cNvSpPr/>
              <p:nvPr/>
            </p:nvSpPr>
            <p:spPr>
              <a:xfrm>
                <a:off x="1892596" y="1148489"/>
                <a:ext cx="1552353" cy="1552353"/>
              </a:xfrm>
              <a:prstGeom prst="donut">
                <a:avLst>
                  <a:gd name="adj" fmla="val 5237"/>
                </a:avLst>
              </a:prstGeom>
              <a:solidFill>
                <a:srgbClr val="122E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business-report-with-growth_28700">
                <a:extLst>
                  <a:ext uri="{FF2B5EF4-FFF2-40B4-BE49-F238E27FC236}">
                    <a16:creationId xmlns:a16="http://schemas.microsoft.com/office/drawing/2014/main" id="{9B2444E0-6BEE-BD7C-9BF1-C42A98C91830}"/>
                  </a:ext>
                </a:extLst>
              </p:cNvPr>
              <p:cNvSpPr/>
              <p:nvPr/>
            </p:nvSpPr>
            <p:spPr>
              <a:xfrm>
                <a:off x="2363930" y="1662126"/>
                <a:ext cx="609684" cy="525077"/>
              </a:xfrm>
              <a:custGeom>
                <a:avLst/>
                <a:gdLst>
                  <a:gd name="connsiteX0" fmla="*/ 234945 w 604604"/>
                  <a:gd name="connsiteY0" fmla="*/ 497949 h 520702"/>
                  <a:gd name="connsiteX1" fmla="*/ 234945 w 604604"/>
                  <a:gd name="connsiteY1" fmla="*/ 506406 h 520702"/>
                  <a:gd name="connsiteX2" fmla="*/ 369861 w 604604"/>
                  <a:gd name="connsiteY2" fmla="*/ 506406 h 520702"/>
                  <a:gd name="connsiteX3" fmla="*/ 369861 w 604604"/>
                  <a:gd name="connsiteY3" fmla="*/ 497949 h 520702"/>
                  <a:gd name="connsiteX4" fmla="*/ 234945 w 604604"/>
                  <a:gd name="connsiteY4" fmla="*/ 474995 h 520702"/>
                  <a:gd name="connsiteX5" fmla="*/ 234945 w 604604"/>
                  <a:gd name="connsiteY5" fmla="*/ 483451 h 520702"/>
                  <a:gd name="connsiteX6" fmla="*/ 369861 w 604604"/>
                  <a:gd name="connsiteY6" fmla="*/ 483451 h 520702"/>
                  <a:gd name="connsiteX7" fmla="*/ 369861 w 604604"/>
                  <a:gd name="connsiteY7" fmla="*/ 474995 h 520702"/>
                  <a:gd name="connsiteX8" fmla="*/ 332956 w 604604"/>
                  <a:gd name="connsiteY8" fmla="*/ 474995 h 520702"/>
                  <a:gd name="connsiteX9" fmla="*/ 271649 w 604604"/>
                  <a:gd name="connsiteY9" fmla="*/ 474995 h 520702"/>
                  <a:gd name="connsiteX10" fmla="*/ 278909 w 604604"/>
                  <a:gd name="connsiteY10" fmla="*/ 412575 h 520702"/>
                  <a:gd name="connsiteX11" fmla="*/ 278909 w 604604"/>
                  <a:gd name="connsiteY11" fmla="*/ 460698 h 520702"/>
                  <a:gd name="connsiteX12" fmla="*/ 325898 w 604604"/>
                  <a:gd name="connsiteY12" fmla="*/ 460698 h 520702"/>
                  <a:gd name="connsiteX13" fmla="*/ 325898 w 604604"/>
                  <a:gd name="connsiteY13" fmla="*/ 412575 h 520702"/>
                  <a:gd name="connsiteX14" fmla="*/ 514240 w 604604"/>
                  <a:gd name="connsiteY14" fmla="*/ 83556 h 520702"/>
                  <a:gd name="connsiteX15" fmla="*/ 515047 w 604604"/>
                  <a:gd name="connsiteY15" fmla="*/ 93624 h 520702"/>
                  <a:gd name="connsiteX16" fmla="*/ 416238 w 604604"/>
                  <a:gd name="connsiteY16" fmla="*/ 210807 h 520702"/>
                  <a:gd name="connsiteX17" fmla="*/ 415029 w 604604"/>
                  <a:gd name="connsiteY17" fmla="*/ 211813 h 520702"/>
                  <a:gd name="connsiteX18" fmla="*/ 414020 w 604604"/>
                  <a:gd name="connsiteY18" fmla="*/ 212619 h 520702"/>
                  <a:gd name="connsiteX19" fmla="*/ 410794 w 604604"/>
                  <a:gd name="connsiteY19" fmla="*/ 213424 h 520702"/>
                  <a:gd name="connsiteX20" fmla="*/ 407769 w 604604"/>
                  <a:gd name="connsiteY20" fmla="*/ 212820 h 520702"/>
                  <a:gd name="connsiteX21" fmla="*/ 407366 w 604604"/>
                  <a:gd name="connsiteY21" fmla="*/ 212619 h 520702"/>
                  <a:gd name="connsiteX22" fmla="*/ 348484 w 604604"/>
                  <a:gd name="connsiteY22" fmla="*/ 182014 h 520702"/>
                  <a:gd name="connsiteX23" fmla="*/ 272664 w 604604"/>
                  <a:gd name="connsiteY23" fmla="*/ 261747 h 520702"/>
                  <a:gd name="connsiteX24" fmla="*/ 272462 w 604604"/>
                  <a:gd name="connsiteY24" fmla="*/ 261747 h 520702"/>
                  <a:gd name="connsiteX25" fmla="*/ 272462 w 604604"/>
                  <a:gd name="connsiteY25" fmla="*/ 261948 h 520702"/>
                  <a:gd name="connsiteX26" fmla="*/ 271051 w 604604"/>
                  <a:gd name="connsiteY26" fmla="*/ 262955 h 520702"/>
                  <a:gd name="connsiteX27" fmla="*/ 270244 w 604604"/>
                  <a:gd name="connsiteY27" fmla="*/ 263358 h 520702"/>
                  <a:gd name="connsiteX28" fmla="*/ 267421 w 604604"/>
                  <a:gd name="connsiteY28" fmla="*/ 263962 h 520702"/>
                  <a:gd name="connsiteX29" fmla="*/ 264800 w 604604"/>
                  <a:gd name="connsiteY29" fmla="*/ 263358 h 520702"/>
                  <a:gd name="connsiteX30" fmla="*/ 263993 w 604604"/>
                  <a:gd name="connsiteY30" fmla="*/ 262955 h 520702"/>
                  <a:gd name="connsiteX31" fmla="*/ 262380 w 604604"/>
                  <a:gd name="connsiteY31" fmla="*/ 261948 h 520702"/>
                  <a:gd name="connsiteX32" fmla="*/ 262380 w 604604"/>
                  <a:gd name="connsiteY32" fmla="*/ 261747 h 520702"/>
                  <a:gd name="connsiteX33" fmla="*/ 262178 w 604604"/>
                  <a:gd name="connsiteY33" fmla="*/ 261747 h 520702"/>
                  <a:gd name="connsiteX34" fmla="*/ 212169 w 604604"/>
                  <a:gd name="connsiteY34" fmla="*/ 210203 h 520702"/>
                  <a:gd name="connsiteX35" fmla="*/ 116184 w 604604"/>
                  <a:gd name="connsiteY35" fmla="*/ 318728 h 520702"/>
                  <a:gd name="connsiteX36" fmla="*/ 110941 w 604604"/>
                  <a:gd name="connsiteY36" fmla="*/ 321144 h 520702"/>
                  <a:gd name="connsiteX37" fmla="*/ 106101 w 604604"/>
                  <a:gd name="connsiteY37" fmla="*/ 319332 h 520702"/>
                  <a:gd name="connsiteX38" fmla="*/ 105496 w 604604"/>
                  <a:gd name="connsiteY38" fmla="*/ 309063 h 520702"/>
                  <a:gd name="connsiteX39" fmla="*/ 206523 w 604604"/>
                  <a:gd name="connsiteY39" fmla="*/ 194900 h 520702"/>
                  <a:gd name="connsiteX40" fmla="*/ 206724 w 604604"/>
                  <a:gd name="connsiteY40" fmla="*/ 194699 h 520702"/>
                  <a:gd name="connsiteX41" fmla="*/ 206926 w 604604"/>
                  <a:gd name="connsiteY41" fmla="*/ 194498 h 520702"/>
                  <a:gd name="connsiteX42" fmla="*/ 207934 w 604604"/>
                  <a:gd name="connsiteY42" fmla="*/ 193894 h 520702"/>
                  <a:gd name="connsiteX43" fmla="*/ 209144 w 604604"/>
                  <a:gd name="connsiteY43" fmla="*/ 193088 h 520702"/>
                  <a:gd name="connsiteX44" fmla="*/ 210354 w 604604"/>
                  <a:gd name="connsiteY44" fmla="*/ 192686 h 520702"/>
                  <a:gd name="connsiteX45" fmla="*/ 211766 w 604604"/>
                  <a:gd name="connsiteY45" fmla="*/ 192484 h 520702"/>
                  <a:gd name="connsiteX46" fmla="*/ 213177 w 604604"/>
                  <a:gd name="connsiteY46" fmla="*/ 192686 h 520702"/>
                  <a:gd name="connsiteX47" fmla="*/ 214589 w 604604"/>
                  <a:gd name="connsiteY47" fmla="*/ 192887 h 520702"/>
                  <a:gd name="connsiteX48" fmla="*/ 215799 w 604604"/>
                  <a:gd name="connsiteY48" fmla="*/ 193692 h 520702"/>
                  <a:gd name="connsiteX49" fmla="*/ 216807 w 604604"/>
                  <a:gd name="connsiteY49" fmla="*/ 194296 h 520702"/>
                  <a:gd name="connsiteX50" fmla="*/ 217009 w 604604"/>
                  <a:gd name="connsiteY50" fmla="*/ 194498 h 520702"/>
                  <a:gd name="connsiteX51" fmla="*/ 217210 w 604604"/>
                  <a:gd name="connsiteY51" fmla="*/ 194699 h 520702"/>
                  <a:gd name="connsiteX52" fmla="*/ 267421 w 604604"/>
                  <a:gd name="connsiteY52" fmla="*/ 246244 h 520702"/>
                  <a:gd name="connsiteX53" fmla="*/ 341628 w 604604"/>
                  <a:gd name="connsiteY53" fmla="*/ 168122 h 520702"/>
                  <a:gd name="connsiteX54" fmla="*/ 342031 w 604604"/>
                  <a:gd name="connsiteY54" fmla="*/ 167920 h 520702"/>
                  <a:gd name="connsiteX55" fmla="*/ 343241 w 604604"/>
                  <a:gd name="connsiteY55" fmla="*/ 167115 h 520702"/>
                  <a:gd name="connsiteX56" fmla="*/ 344250 w 604604"/>
                  <a:gd name="connsiteY56" fmla="*/ 166511 h 520702"/>
                  <a:gd name="connsiteX57" fmla="*/ 345661 w 604604"/>
                  <a:gd name="connsiteY57" fmla="*/ 166108 h 520702"/>
                  <a:gd name="connsiteX58" fmla="*/ 347073 w 604604"/>
                  <a:gd name="connsiteY58" fmla="*/ 165907 h 520702"/>
                  <a:gd name="connsiteX59" fmla="*/ 348283 w 604604"/>
                  <a:gd name="connsiteY59" fmla="*/ 166108 h 520702"/>
                  <a:gd name="connsiteX60" fmla="*/ 349896 w 604604"/>
                  <a:gd name="connsiteY60" fmla="*/ 166712 h 520702"/>
                  <a:gd name="connsiteX61" fmla="*/ 350299 w 604604"/>
                  <a:gd name="connsiteY61" fmla="*/ 166712 h 520702"/>
                  <a:gd name="connsiteX62" fmla="*/ 408979 w 604604"/>
                  <a:gd name="connsiteY62" fmla="*/ 197115 h 520702"/>
                  <a:gd name="connsiteX63" fmla="*/ 503956 w 604604"/>
                  <a:gd name="connsiteY63" fmla="*/ 84362 h 520702"/>
                  <a:gd name="connsiteX64" fmla="*/ 514240 w 604604"/>
                  <a:gd name="connsiteY64" fmla="*/ 83556 h 520702"/>
                  <a:gd name="connsiteX65" fmla="*/ 36099 w 604604"/>
                  <a:gd name="connsiteY65" fmla="*/ 14498 h 520702"/>
                  <a:gd name="connsiteX66" fmla="*/ 14520 w 604604"/>
                  <a:gd name="connsiteY66" fmla="*/ 36042 h 520702"/>
                  <a:gd name="connsiteX67" fmla="*/ 14520 w 604604"/>
                  <a:gd name="connsiteY67" fmla="*/ 336664 h 520702"/>
                  <a:gd name="connsiteX68" fmla="*/ 590286 w 604604"/>
                  <a:gd name="connsiteY68" fmla="*/ 336664 h 520702"/>
                  <a:gd name="connsiteX69" fmla="*/ 590286 w 604604"/>
                  <a:gd name="connsiteY69" fmla="*/ 36042 h 520702"/>
                  <a:gd name="connsiteX70" fmla="*/ 568505 w 604604"/>
                  <a:gd name="connsiteY70" fmla="*/ 14498 h 520702"/>
                  <a:gd name="connsiteX71" fmla="*/ 36099 w 604604"/>
                  <a:gd name="connsiteY71" fmla="*/ 0 h 520702"/>
                  <a:gd name="connsiteX72" fmla="*/ 568505 w 604604"/>
                  <a:gd name="connsiteY72" fmla="*/ 0 h 520702"/>
                  <a:gd name="connsiteX73" fmla="*/ 604604 w 604604"/>
                  <a:gd name="connsiteY73" fmla="*/ 36042 h 520702"/>
                  <a:gd name="connsiteX74" fmla="*/ 604604 w 604604"/>
                  <a:gd name="connsiteY74" fmla="*/ 376532 h 520702"/>
                  <a:gd name="connsiteX75" fmla="*/ 568505 w 604604"/>
                  <a:gd name="connsiteY75" fmla="*/ 412575 h 520702"/>
                  <a:gd name="connsiteX76" fmla="*/ 340216 w 604604"/>
                  <a:gd name="connsiteY76" fmla="*/ 412575 h 520702"/>
                  <a:gd name="connsiteX77" fmla="*/ 340216 w 604604"/>
                  <a:gd name="connsiteY77" fmla="*/ 460698 h 520702"/>
                  <a:gd name="connsiteX78" fmla="*/ 376920 w 604604"/>
                  <a:gd name="connsiteY78" fmla="*/ 460698 h 520702"/>
                  <a:gd name="connsiteX79" fmla="*/ 384180 w 604604"/>
                  <a:gd name="connsiteY79" fmla="*/ 467746 h 520702"/>
                  <a:gd name="connsiteX80" fmla="*/ 384180 w 604604"/>
                  <a:gd name="connsiteY80" fmla="*/ 513453 h 520702"/>
                  <a:gd name="connsiteX81" fmla="*/ 376920 w 604604"/>
                  <a:gd name="connsiteY81" fmla="*/ 520702 h 520702"/>
                  <a:gd name="connsiteX82" fmla="*/ 227685 w 604604"/>
                  <a:gd name="connsiteY82" fmla="*/ 520702 h 520702"/>
                  <a:gd name="connsiteX83" fmla="*/ 220425 w 604604"/>
                  <a:gd name="connsiteY83" fmla="*/ 513453 h 520702"/>
                  <a:gd name="connsiteX84" fmla="*/ 220425 w 604604"/>
                  <a:gd name="connsiteY84" fmla="*/ 467746 h 520702"/>
                  <a:gd name="connsiteX85" fmla="*/ 227685 w 604604"/>
                  <a:gd name="connsiteY85" fmla="*/ 460698 h 520702"/>
                  <a:gd name="connsiteX86" fmla="*/ 264388 w 604604"/>
                  <a:gd name="connsiteY86" fmla="*/ 460698 h 520702"/>
                  <a:gd name="connsiteX87" fmla="*/ 264388 w 604604"/>
                  <a:gd name="connsiteY87" fmla="*/ 412575 h 520702"/>
                  <a:gd name="connsiteX88" fmla="*/ 36099 w 604604"/>
                  <a:gd name="connsiteY88" fmla="*/ 412575 h 520702"/>
                  <a:gd name="connsiteX89" fmla="*/ 0 w 604604"/>
                  <a:gd name="connsiteY89" fmla="*/ 376331 h 520702"/>
                  <a:gd name="connsiteX90" fmla="*/ 0 w 604604"/>
                  <a:gd name="connsiteY90" fmla="*/ 36042 h 520702"/>
                  <a:gd name="connsiteX91" fmla="*/ 36099 w 604604"/>
                  <a:gd name="connsiteY91" fmla="*/ 0 h 520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</a:cxnLst>
                <a:rect l="l" t="t" r="r" b="b"/>
                <a:pathLst>
                  <a:path w="604604" h="520702">
                    <a:moveTo>
                      <a:pt x="234945" y="497949"/>
                    </a:moveTo>
                    <a:lnTo>
                      <a:pt x="234945" y="506406"/>
                    </a:lnTo>
                    <a:lnTo>
                      <a:pt x="369861" y="506406"/>
                    </a:lnTo>
                    <a:lnTo>
                      <a:pt x="369861" y="497949"/>
                    </a:lnTo>
                    <a:close/>
                    <a:moveTo>
                      <a:pt x="234945" y="474995"/>
                    </a:moveTo>
                    <a:lnTo>
                      <a:pt x="234945" y="483451"/>
                    </a:lnTo>
                    <a:lnTo>
                      <a:pt x="369861" y="483451"/>
                    </a:lnTo>
                    <a:lnTo>
                      <a:pt x="369861" y="474995"/>
                    </a:lnTo>
                    <a:lnTo>
                      <a:pt x="332956" y="474995"/>
                    </a:lnTo>
                    <a:lnTo>
                      <a:pt x="271649" y="474995"/>
                    </a:lnTo>
                    <a:close/>
                    <a:moveTo>
                      <a:pt x="278909" y="412575"/>
                    </a:moveTo>
                    <a:lnTo>
                      <a:pt x="278909" y="460698"/>
                    </a:lnTo>
                    <a:lnTo>
                      <a:pt x="325898" y="460698"/>
                    </a:lnTo>
                    <a:lnTo>
                      <a:pt x="325898" y="412575"/>
                    </a:lnTo>
                    <a:close/>
                    <a:moveTo>
                      <a:pt x="514240" y="83556"/>
                    </a:moveTo>
                    <a:cubicBezTo>
                      <a:pt x="517265" y="85973"/>
                      <a:pt x="517668" y="90604"/>
                      <a:pt x="515047" y="93624"/>
                    </a:cubicBezTo>
                    <a:lnTo>
                      <a:pt x="416238" y="210807"/>
                    </a:lnTo>
                    <a:cubicBezTo>
                      <a:pt x="415835" y="211209"/>
                      <a:pt x="415432" y="211612"/>
                      <a:pt x="415029" y="211813"/>
                    </a:cubicBezTo>
                    <a:cubicBezTo>
                      <a:pt x="414625" y="212015"/>
                      <a:pt x="414424" y="212418"/>
                      <a:pt x="414020" y="212619"/>
                    </a:cubicBezTo>
                    <a:cubicBezTo>
                      <a:pt x="413012" y="213022"/>
                      <a:pt x="412004" y="213424"/>
                      <a:pt x="410794" y="213424"/>
                    </a:cubicBezTo>
                    <a:cubicBezTo>
                      <a:pt x="409786" y="213424"/>
                      <a:pt x="408777" y="213223"/>
                      <a:pt x="407769" y="212820"/>
                    </a:cubicBezTo>
                    <a:cubicBezTo>
                      <a:pt x="407769" y="212619"/>
                      <a:pt x="407568" y="212619"/>
                      <a:pt x="407366" y="212619"/>
                    </a:cubicBezTo>
                    <a:lnTo>
                      <a:pt x="348484" y="182014"/>
                    </a:lnTo>
                    <a:lnTo>
                      <a:pt x="272664" y="261747"/>
                    </a:lnTo>
                    <a:cubicBezTo>
                      <a:pt x="272664" y="261747"/>
                      <a:pt x="272664" y="261747"/>
                      <a:pt x="272462" y="261747"/>
                    </a:cubicBezTo>
                    <a:cubicBezTo>
                      <a:pt x="272462" y="261747"/>
                      <a:pt x="272462" y="261948"/>
                      <a:pt x="272462" y="261948"/>
                    </a:cubicBezTo>
                    <a:cubicBezTo>
                      <a:pt x="272059" y="262351"/>
                      <a:pt x="271454" y="262552"/>
                      <a:pt x="271051" y="262955"/>
                    </a:cubicBezTo>
                    <a:cubicBezTo>
                      <a:pt x="270647" y="262955"/>
                      <a:pt x="270446" y="263358"/>
                      <a:pt x="270244" y="263358"/>
                    </a:cubicBezTo>
                    <a:cubicBezTo>
                      <a:pt x="269236" y="263761"/>
                      <a:pt x="268429" y="263962"/>
                      <a:pt x="267421" y="263962"/>
                    </a:cubicBezTo>
                    <a:cubicBezTo>
                      <a:pt x="266413" y="263962"/>
                      <a:pt x="265606" y="263761"/>
                      <a:pt x="264800" y="263358"/>
                    </a:cubicBezTo>
                    <a:cubicBezTo>
                      <a:pt x="264396" y="263358"/>
                      <a:pt x="264195" y="263157"/>
                      <a:pt x="263993" y="262955"/>
                    </a:cubicBezTo>
                    <a:cubicBezTo>
                      <a:pt x="263388" y="262754"/>
                      <a:pt x="262985" y="262351"/>
                      <a:pt x="262380" y="261948"/>
                    </a:cubicBezTo>
                    <a:cubicBezTo>
                      <a:pt x="262380" y="261948"/>
                      <a:pt x="262380" y="261948"/>
                      <a:pt x="262380" y="261747"/>
                    </a:cubicBezTo>
                    <a:cubicBezTo>
                      <a:pt x="262380" y="261747"/>
                      <a:pt x="262178" y="261747"/>
                      <a:pt x="262178" y="261747"/>
                    </a:cubicBezTo>
                    <a:lnTo>
                      <a:pt x="212169" y="210203"/>
                    </a:lnTo>
                    <a:lnTo>
                      <a:pt x="116184" y="318728"/>
                    </a:lnTo>
                    <a:cubicBezTo>
                      <a:pt x="114772" y="320339"/>
                      <a:pt x="112756" y="321144"/>
                      <a:pt x="110941" y="321144"/>
                    </a:cubicBezTo>
                    <a:cubicBezTo>
                      <a:pt x="109126" y="321144"/>
                      <a:pt x="107513" y="320540"/>
                      <a:pt x="106101" y="319332"/>
                    </a:cubicBezTo>
                    <a:cubicBezTo>
                      <a:pt x="103077" y="316513"/>
                      <a:pt x="102673" y="312083"/>
                      <a:pt x="105496" y="309063"/>
                    </a:cubicBezTo>
                    <a:lnTo>
                      <a:pt x="206523" y="194900"/>
                    </a:lnTo>
                    <a:cubicBezTo>
                      <a:pt x="206724" y="194699"/>
                      <a:pt x="206724" y="194699"/>
                      <a:pt x="206724" y="194699"/>
                    </a:cubicBezTo>
                    <a:cubicBezTo>
                      <a:pt x="206926" y="194699"/>
                      <a:pt x="206926" y="194498"/>
                      <a:pt x="206926" y="194498"/>
                    </a:cubicBezTo>
                    <a:cubicBezTo>
                      <a:pt x="207329" y="194095"/>
                      <a:pt x="207531" y="194095"/>
                      <a:pt x="207934" y="193894"/>
                    </a:cubicBezTo>
                    <a:cubicBezTo>
                      <a:pt x="208338" y="193491"/>
                      <a:pt x="208741" y="193290"/>
                      <a:pt x="209144" y="193088"/>
                    </a:cubicBezTo>
                    <a:cubicBezTo>
                      <a:pt x="209548" y="192887"/>
                      <a:pt x="209951" y="192887"/>
                      <a:pt x="210354" y="192686"/>
                    </a:cubicBezTo>
                    <a:cubicBezTo>
                      <a:pt x="210959" y="192686"/>
                      <a:pt x="211362" y="192484"/>
                      <a:pt x="211766" y="192484"/>
                    </a:cubicBezTo>
                    <a:cubicBezTo>
                      <a:pt x="212371" y="192484"/>
                      <a:pt x="212774" y="192484"/>
                      <a:pt x="213177" y="192686"/>
                    </a:cubicBezTo>
                    <a:cubicBezTo>
                      <a:pt x="213581" y="192686"/>
                      <a:pt x="214186" y="192686"/>
                      <a:pt x="214589" y="192887"/>
                    </a:cubicBezTo>
                    <a:cubicBezTo>
                      <a:pt x="214992" y="193088"/>
                      <a:pt x="215395" y="193290"/>
                      <a:pt x="215799" y="193692"/>
                    </a:cubicBezTo>
                    <a:cubicBezTo>
                      <a:pt x="216202" y="193894"/>
                      <a:pt x="216404" y="193894"/>
                      <a:pt x="216807" y="194296"/>
                    </a:cubicBezTo>
                    <a:cubicBezTo>
                      <a:pt x="216807" y="194296"/>
                      <a:pt x="216807" y="194296"/>
                      <a:pt x="217009" y="194498"/>
                    </a:cubicBezTo>
                    <a:cubicBezTo>
                      <a:pt x="217009" y="194498"/>
                      <a:pt x="217210" y="194498"/>
                      <a:pt x="217210" y="194699"/>
                    </a:cubicBezTo>
                    <a:lnTo>
                      <a:pt x="267421" y="246244"/>
                    </a:lnTo>
                    <a:lnTo>
                      <a:pt x="341628" y="168122"/>
                    </a:lnTo>
                    <a:cubicBezTo>
                      <a:pt x="341628" y="168122"/>
                      <a:pt x="341830" y="168122"/>
                      <a:pt x="342031" y="167920"/>
                    </a:cubicBezTo>
                    <a:cubicBezTo>
                      <a:pt x="342233" y="167518"/>
                      <a:pt x="342838" y="167316"/>
                      <a:pt x="343241" y="167115"/>
                    </a:cubicBezTo>
                    <a:cubicBezTo>
                      <a:pt x="343645" y="166913"/>
                      <a:pt x="343846" y="166511"/>
                      <a:pt x="344250" y="166511"/>
                    </a:cubicBezTo>
                    <a:cubicBezTo>
                      <a:pt x="344854" y="166309"/>
                      <a:pt x="345258" y="166309"/>
                      <a:pt x="345661" y="166108"/>
                    </a:cubicBezTo>
                    <a:cubicBezTo>
                      <a:pt x="346064" y="166108"/>
                      <a:pt x="346669" y="165907"/>
                      <a:pt x="347073" y="165907"/>
                    </a:cubicBezTo>
                    <a:cubicBezTo>
                      <a:pt x="347476" y="165907"/>
                      <a:pt x="347879" y="166108"/>
                      <a:pt x="348283" y="166108"/>
                    </a:cubicBezTo>
                    <a:cubicBezTo>
                      <a:pt x="348887" y="166309"/>
                      <a:pt x="349291" y="166309"/>
                      <a:pt x="349896" y="166712"/>
                    </a:cubicBezTo>
                    <a:cubicBezTo>
                      <a:pt x="349896" y="166712"/>
                      <a:pt x="350097" y="166712"/>
                      <a:pt x="350299" y="166712"/>
                    </a:cubicBezTo>
                    <a:lnTo>
                      <a:pt x="408979" y="197115"/>
                    </a:lnTo>
                    <a:lnTo>
                      <a:pt x="503956" y="84362"/>
                    </a:lnTo>
                    <a:cubicBezTo>
                      <a:pt x="506578" y="81342"/>
                      <a:pt x="511014" y="80939"/>
                      <a:pt x="514240" y="83556"/>
                    </a:cubicBezTo>
                    <a:close/>
                    <a:moveTo>
                      <a:pt x="36099" y="14498"/>
                    </a:moveTo>
                    <a:cubicBezTo>
                      <a:pt x="24200" y="14498"/>
                      <a:pt x="14520" y="24163"/>
                      <a:pt x="14520" y="36042"/>
                    </a:cubicBezTo>
                    <a:lnTo>
                      <a:pt x="14520" y="336664"/>
                    </a:lnTo>
                    <a:lnTo>
                      <a:pt x="590286" y="336664"/>
                    </a:lnTo>
                    <a:lnTo>
                      <a:pt x="590286" y="36042"/>
                    </a:lnTo>
                    <a:cubicBezTo>
                      <a:pt x="590286" y="24163"/>
                      <a:pt x="580404" y="14498"/>
                      <a:pt x="568505" y="14498"/>
                    </a:cubicBezTo>
                    <a:close/>
                    <a:moveTo>
                      <a:pt x="36099" y="0"/>
                    </a:moveTo>
                    <a:lnTo>
                      <a:pt x="568505" y="0"/>
                    </a:lnTo>
                    <a:cubicBezTo>
                      <a:pt x="588471" y="0"/>
                      <a:pt x="604604" y="16108"/>
                      <a:pt x="604604" y="36042"/>
                    </a:cubicBezTo>
                    <a:lnTo>
                      <a:pt x="604604" y="376532"/>
                    </a:lnTo>
                    <a:cubicBezTo>
                      <a:pt x="604604" y="396265"/>
                      <a:pt x="588471" y="412575"/>
                      <a:pt x="568505" y="412575"/>
                    </a:cubicBezTo>
                    <a:lnTo>
                      <a:pt x="340216" y="412575"/>
                    </a:lnTo>
                    <a:lnTo>
                      <a:pt x="340216" y="460698"/>
                    </a:lnTo>
                    <a:lnTo>
                      <a:pt x="376920" y="460698"/>
                    </a:lnTo>
                    <a:cubicBezTo>
                      <a:pt x="380953" y="460698"/>
                      <a:pt x="384180" y="463920"/>
                      <a:pt x="384180" y="467746"/>
                    </a:cubicBezTo>
                    <a:lnTo>
                      <a:pt x="384180" y="513453"/>
                    </a:lnTo>
                    <a:cubicBezTo>
                      <a:pt x="384180" y="517480"/>
                      <a:pt x="380953" y="520702"/>
                      <a:pt x="376920" y="520702"/>
                    </a:cubicBezTo>
                    <a:lnTo>
                      <a:pt x="227685" y="520702"/>
                    </a:lnTo>
                    <a:cubicBezTo>
                      <a:pt x="223651" y="520702"/>
                      <a:pt x="220425" y="517480"/>
                      <a:pt x="220425" y="513453"/>
                    </a:cubicBezTo>
                    <a:lnTo>
                      <a:pt x="220425" y="467746"/>
                    </a:lnTo>
                    <a:cubicBezTo>
                      <a:pt x="220425" y="463920"/>
                      <a:pt x="223651" y="460698"/>
                      <a:pt x="227685" y="460698"/>
                    </a:cubicBezTo>
                    <a:lnTo>
                      <a:pt x="264388" y="460698"/>
                    </a:lnTo>
                    <a:lnTo>
                      <a:pt x="264388" y="412575"/>
                    </a:lnTo>
                    <a:lnTo>
                      <a:pt x="36099" y="412575"/>
                    </a:lnTo>
                    <a:cubicBezTo>
                      <a:pt x="16133" y="412575"/>
                      <a:pt x="0" y="396265"/>
                      <a:pt x="0" y="376331"/>
                    </a:cubicBezTo>
                    <a:lnTo>
                      <a:pt x="0" y="36042"/>
                    </a:lnTo>
                    <a:cubicBezTo>
                      <a:pt x="0" y="16108"/>
                      <a:pt x="16133" y="0"/>
                      <a:pt x="36099" y="0"/>
                    </a:cubicBezTo>
                    <a:close/>
                  </a:path>
                </a:pathLst>
              </a:custGeom>
              <a:solidFill>
                <a:srgbClr val="122E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4616C562-DFF9-ED32-5F13-E03E14E9BBB9}"/>
                </a:ext>
              </a:extLst>
            </p:cNvPr>
            <p:cNvGrpSpPr/>
            <p:nvPr/>
          </p:nvGrpSpPr>
          <p:grpSpPr>
            <a:xfrm>
              <a:off x="5319824" y="1371777"/>
              <a:ext cx="1552353" cy="1552353"/>
              <a:chOff x="5071731" y="1261785"/>
              <a:chExt cx="1552353" cy="1552353"/>
            </a:xfrm>
          </p:grpSpPr>
          <p:sp>
            <p:nvSpPr>
              <p:cNvPr id="20" name="圆: 空心 19">
                <a:extLst>
                  <a:ext uri="{FF2B5EF4-FFF2-40B4-BE49-F238E27FC236}">
                    <a16:creationId xmlns:a16="http://schemas.microsoft.com/office/drawing/2014/main" id="{7F18B335-61C3-EA2C-DDB5-83EC276419F4}"/>
                  </a:ext>
                </a:extLst>
              </p:cNvPr>
              <p:cNvSpPr/>
              <p:nvPr/>
            </p:nvSpPr>
            <p:spPr>
              <a:xfrm>
                <a:off x="5071731" y="1261785"/>
                <a:ext cx="1552353" cy="1552353"/>
              </a:xfrm>
              <a:prstGeom prst="donut">
                <a:avLst>
                  <a:gd name="adj" fmla="val 5237"/>
                </a:avLst>
              </a:prstGeom>
              <a:solidFill>
                <a:srgbClr val="122E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black-graduation-cap-tool-of-university-student-for-head_43132">
                <a:extLst>
                  <a:ext uri="{FF2B5EF4-FFF2-40B4-BE49-F238E27FC236}">
                    <a16:creationId xmlns:a16="http://schemas.microsoft.com/office/drawing/2014/main" id="{A4030F7C-5AB8-FB4B-AFBE-B8B0C3319873}"/>
                  </a:ext>
                </a:extLst>
              </p:cNvPr>
              <p:cNvSpPr/>
              <p:nvPr/>
            </p:nvSpPr>
            <p:spPr>
              <a:xfrm>
                <a:off x="5426106" y="1768453"/>
                <a:ext cx="837292" cy="525075"/>
              </a:xfrm>
              <a:custGeom>
                <a:avLst/>
                <a:gdLst>
                  <a:gd name="connsiteX0" fmla="*/ 275179 w 551492"/>
                  <a:gd name="connsiteY0" fmla="*/ 150972 h 345847"/>
                  <a:gd name="connsiteX1" fmla="*/ 432827 w 551492"/>
                  <a:gd name="connsiteY1" fmla="*/ 192259 h 345847"/>
                  <a:gd name="connsiteX2" fmla="*/ 432827 w 551492"/>
                  <a:gd name="connsiteY2" fmla="*/ 279992 h 345847"/>
                  <a:gd name="connsiteX3" fmla="*/ 276471 w 551492"/>
                  <a:gd name="connsiteY3" fmla="*/ 245157 h 345847"/>
                  <a:gd name="connsiteX4" fmla="*/ 120115 w 551492"/>
                  <a:gd name="connsiteY4" fmla="*/ 279992 h 345847"/>
                  <a:gd name="connsiteX5" fmla="*/ 120115 w 551492"/>
                  <a:gd name="connsiteY5" fmla="*/ 193549 h 345847"/>
                  <a:gd name="connsiteX6" fmla="*/ 275179 w 551492"/>
                  <a:gd name="connsiteY6" fmla="*/ 150972 h 345847"/>
                  <a:gd name="connsiteX7" fmla="*/ 501122 w 551492"/>
                  <a:gd name="connsiteY7" fmla="*/ 145824 h 345847"/>
                  <a:gd name="connsiteX8" fmla="*/ 488206 w 551492"/>
                  <a:gd name="connsiteY8" fmla="*/ 158729 h 345847"/>
                  <a:gd name="connsiteX9" fmla="*/ 501122 w 551492"/>
                  <a:gd name="connsiteY9" fmla="*/ 171633 h 345847"/>
                  <a:gd name="connsiteX10" fmla="*/ 514037 w 551492"/>
                  <a:gd name="connsiteY10" fmla="*/ 158729 h 345847"/>
                  <a:gd name="connsiteX11" fmla="*/ 501122 w 551492"/>
                  <a:gd name="connsiteY11" fmla="*/ 145824 h 345847"/>
                  <a:gd name="connsiteX12" fmla="*/ 500315 w 551492"/>
                  <a:gd name="connsiteY12" fmla="*/ 117917 h 345847"/>
                  <a:gd name="connsiteX13" fmla="*/ 489498 w 551492"/>
                  <a:gd name="connsiteY13" fmla="*/ 122595 h 345847"/>
                  <a:gd name="connsiteX14" fmla="*/ 506288 w 551492"/>
                  <a:gd name="connsiteY14" fmla="*/ 131629 h 345847"/>
                  <a:gd name="connsiteX15" fmla="*/ 506288 w 551492"/>
                  <a:gd name="connsiteY15" fmla="*/ 123886 h 345847"/>
                  <a:gd name="connsiteX16" fmla="*/ 500315 w 551492"/>
                  <a:gd name="connsiteY16" fmla="*/ 117917 h 345847"/>
                  <a:gd name="connsiteX17" fmla="*/ 269934 w 551492"/>
                  <a:gd name="connsiteY17" fmla="*/ 0 h 345847"/>
                  <a:gd name="connsiteX18" fmla="*/ 473999 w 551492"/>
                  <a:gd name="connsiteY18" fmla="*/ 114852 h 345847"/>
                  <a:gd name="connsiteX19" fmla="*/ 479165 w 551492"/>
                  <a:gd name="connsiteY19" fmla="*/ 109691 h 345847"/>
                  <a:gd name="connsiteX20" fmla="*/ 520495 w 551492"/>
                  <a:gd name="connsiteY20" fmla="*/ 131629 h 345847"/>
                  <a:gd name="connsiteX21" fmla="*/ 520495 w 551492"/>
                  <a:gd name="connsiteY21" fmla="*/ 139371 h 345847"/>
                  <a:gd name="connsiteX22" fmla="*/ 551492 w 551492"/>
                  <a:gd name="connsiteY22" fmla="*/ 156148 h 345847"/>
                  <a:gd name="connsiteX23" fmla="*/ 520495 w 551492"/>
                  <a:gd name="connsiteY23" fmla="*/ 172924 h 345847"/>
                  <a:gd name="connsiteX24" fmla="*/ 520495 w 551492"/>
                  <a:gd name="connsiteY24" fmla="*/ 301971 h 345847"/>
                  <a:gd name="connsiteX25" fmla="*/ 539868 w 551492"/>
                  <a:gd name="connsiteY25" fmla="*/ 301971 h 345847"/>
                  <a:gd name="connsiteX26" fmla="*/ 539868 w 551492"/>
                  <a:gd name="connsiteY26" fmla="*/ 345847 h 345847"/>
                  <a:gd name="connsiteX27" fmla="*/ 512746 w 551492"/>
                  <a:gd name="connsiteY27" fmla="*/ 329071 h 345847"/>
                  <a:gd name="connsiteX28" fmla="*/ 488206 w 551492"/>
                  <a:gd name="connsiteY28" fmla="*/ 345847 h 345847"/>
                  <a:gd name="connsiteX29" fmla="*/ 488206 w 551492"/>
                  <a:gd name="connsiteY29" fmla="*/ 301971 h 345847"/>
                  <a:gd name="connsiteX30" fmla="*/ 506288 w 551492"/>
                  <a:gd name="connsiteY30" fmla="*/ 301971 h 345847"/>
                  <a:gd name="connsiteX31" fmla="*/ 506288 w 551492"/>
                  <a:gd name="connsiteY31" fmla="*/ 180667 h 345847"/>
                  <a:gd name="connsiteX32" fmla="*/ 450751 w 551492"/>
                  <a:gd name="connsiteY32" fmla="*/ 210347 h 345847"/>
                  <a:gd name="connsiteX33" fmla="*/ 450751 w 551492"/>
                  <a:gd name="connsiteY33" fmla="*/ 184538 h 345847"/>
                  <a:gd name="connsiteX34" fmla="*/ 275100 w 551492"/>
                  <a:gd name="connsiteY34" fmla="*/ 138081 h 345847"/>
                  <a:gd name="connsiteX35" fmla="*/ 102033 w 551492"/>
                  <a:gd name="connsiteY35" fmla="*/ 185828 h 345847"/>
                  <a:gd name="connsiteX36" fmla="*/ 102033 w 551492"/>
                  <a:gd name="connsiteY36" fmla="*/ 201314 h 345847"/>
                  <a:gd name="connsiteX37" fmla="*/ 0 w 551492"/>
                  <a:gd name="connsiteY37" fmla="*/ 154857 h 345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551492" h="345847">
                    <a:moveTo>
                      <a:pt x="275179" y="150972"/>
                    </a:moveTo>
                    <a:cubicBezTo>
                      <a:pt x="352711" y="150972"/>
                      <a:pt x="432827" y="192259"/>
                      <a:pt x="432827" y="192259"/>
                    </a:cubicBezTo>
                    <a:lnTo>
                      <a:pt x="432827" y="279992"/>
                    </a:lnTo>
                    <a:cubicBezTo>
                      <a:pt x="432827" y="279992"/>
                      <a:pt x="348834" y="245157"/>
                      <a:pt x="276471" y="245157"/>
                    </a:cubicBezTo>
                    <a:cubicBezTo>
                      <a:pt x="202816" y="245157"/>
                      <a:pt x="120115" y="279992"/>
                      <a:pt x="120115" y="279992"/>
                    </a:cubicBezTo>
                    <a:lnTo>
                      <a:pt x="120115" y="193549"/>
                    </a:lnTo>
                    <a:cubicBezTo>
                      <a:pt x="120115" y="193549"/>
                      <a:pt x="196355" y="150972"/>
                      <a:pt x="275179" y="150972"/>
                    </a:cubicBezTo>
                    <a:close/>
                    <a:moveTo>
                      <a:pt x="501122" y="145824"/>
                    </a:moveTo>
                    <a:cubicBezTo>
                      <a:pt x="493372" y="145824"/>
                      <a:pt x="488206" y="150986"/>
                      <a:pt x="488206" y="158729"/>
                    </a:cubicBezTo>
                    <a:cubicBezTo>
                      <a:pt x="488206" y="165181"/>
                      <a:pt x="493372" y="171633"/>
                      <a:pt x="501122" y="171633"/>
                    </a:cubicBezTo>
                    <a:cubicBezTo>
                      <a:pt x="507580" y="171633"/>
                      <a:pt x="514037" y="165181"/>
                      <a:pt x="514037" y="158729"/>
                    </a:cubicBezTo>
                    <a:cubicBezTo>
                      <a:pt x="514037" y="150986"/>
                      <a:pt x="507580" y="145824"/>
                      <a:pt x="501122" y="145824"/>
                    </a:cubicBezTo>
                    <a:close/>
                    <a:moveTo>
                      <a:pt x="500315" y="117917"/>
                    </a:moveTo>
                    <a:cubicBezTo>
                      <a:pt x="496924" y="118401"/>
                      <a:pt x="492727" y="120660"/>
                      <a:pt x="489498" y="122595"/>
                    </a:cubicBezTo>
                    <a:lnTo>
                      <a:pt x="506288" y="131629"/>
                    </a:lnTo>
                    <a:lnTo>
                      <a:pt x="506288" y="123886"/>
                    </a:lnTo>
                    <a:cubicBezTo>
                      <a:pt x="506288" y="118724"/>
                      <a:pt x="503705" y="117433"/>
                      <a:pt x="500315" y="117917"/>
                    </a:cubicBezTo>
                    <a:close/>
                    <a:moveTo>
                      <a:pt x="269934" y="0"/>
                    </a:moveTo>
                    <a:lnTo>
                      <a:pt x="473999" y="114852"/>
                    </a:lnTo>
                    <a:cubicBezTo>
                      <a:pt x="475291" y="112271"/>
                      <a:pt x="476582" y="110981"/>
                      <a:pt x="479165" y="109691"/>
                    </a:cubicBezTo>
                    <a:cubicBezTo>
                      <a:pt x="528244" y="86462"/>
                      <a:pt x="520495" y="131629"/>
                      <a:pt x="520495" y="131629"/>
                    </a:cubicBezTo>
                    <a:lnTo>
                      <a:pt x="520495" y="139371"/>
                    </a:lnTo>
                    <a:lnTo>
                      <a:pt x="551492" y="156148"/>
                    </a:lnTo>
                    <a:lnTo>
                      <a:pt x="520495" y="172924"/>
                    </a:lnTo>
                    <a:lnTo>
                      <a:pt x="520495" y="301971"/>
                    </a:lnTo>
                    <a:lnTo>
                      <a:pt x="539868" y="301971"/>
                    </a:lnTo>
                    <a:lnTo>
                      <a:pt x="539868" y="345847"/>
                    </a:lnTo>
                    <a:lnTo>
                      <a:pt x="512746" y="329071"/>
                    </a:lnTo>
                    <a:lnTo>
                      <a:pt x="488206" y="345847"/>
                    </a:lnTo>
                    <a:lnTo>
                      <a:pt x="488206" y="301971"/>
                    </a:lnTo>
                    <a:lnTo>
                      <a:pt x="506288" y="301971"/>
                    </a:lnTo>
                    <a:lnTo>
                      <a:pt x="506288" y="180667"/>
                    </a:lnTo>
                    <a:lnTo>
                      <a:pt x="450751" y="210347"/>
                    </a:lnTo>
                    <a:lnTo>
                      <a:pt x="450751" y="184538"/>
                    </a:lnTo>
                    <a:cubicBezTo>
                      <a:pt x="450751" y="184538"/>
                      <a:pt x="361634" y="138081"/>
                      <a:pt x="275100" y="138081"/>
                    </a:cubicBezTo>
                    <a:cubicBezTo>
                      <a:pt x="187275" y="138081"/>
                      <a:pt x="102033" y="185828"/>
                      <a:pt x="102033" y="185828"/>
                    </a:cubicBezTo>
                    <a:lnTo>
                      <a:pt x="102033" y="201314"/>
                    </a:lnTo>
                    <a:lnTo>
                      <a:pt x="0" y="154857"/>
                    </a:lnTo>
                    <a:close/>
                  </a:path>
                </a:pathLst>
              </a:custGeom>
              <a:solidFill>
                <a:srgbClr val="122E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52339BBE-D0B0-D133-FF09-E747F5CCAD20}"/>
                </a:ext>
              </a:extLst>
            </p:cNvPr>
            <p:cNvGrpSpPr/>
            <p:nvPr/>
          </p:nvGrpSpPr>
          <p:grpSpPr>
            <a:xfrm>
              <a:off x="8747051" y="1371777"/>
              <a:ext cx="1552353" cy="1552353"/>
              <a:chOff x="8471494" y="1411026"/>
              <a:chExt cx="1552353" cy="1552353"/>
            </a:xfrm>
          </p:grpSpPr>
          <p:sp>
            <p:nvSpPr>
              <p:cNvPr id="18" name="圆: 空心 17">
                <a:extLst>
                  <a:ext uri="{FF2B5EF4-FFF2-40B4-BE49-F238E27FC236}">
                    <a16:creationId xmlns:a16="http://schemas.microsoft.com/office/drawing/2014/main" id="{DB00EAF0-9963-4FB5-1353-6733663EF919}"/>
                  </a:ext>
                </a:extLst>
              </p:cNvPr>
              <p:cNvSpPr/>
              <p:nvPr/>
            </p:nvSpPr>
            <p:spPr>
              <a:xfrm>
                <a:off x="8471494" y="1411026"/>
                <a:ext cx="1552353" cy="1552353"/>
              </a:xfrm>
              <a:prstGeom prst="donut">
                <a:avLst>
                  <a:gd name="adj" fmla="val 5237"/>
                </a:avLst>
              </a:prstGeom>
              <a:solidFill>
                <a:srgbClr val="122E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iconfont-11145-6996227">
                <a:extLst>
                  <a:ext uri="{FF2B5EF4-FFF2-40B4-BE49-F238E27FC236}">
                    <a16:creationId xmlns:a16="http://schemas.microsoft.com/office/drawing/2014/main" id="{E323D021-D43B-4A99-C7F9-DF6AEABF7CC1}"/>
                  </a:ext>
                </a:extLst>
              </p:cNvPr>
              <p:cNvSpPr/>
              <p:nvPr/>
            </p:nvSpPr>
            <p:spPr>
              <a:xfrm>
                <a:off x="8958655" y="1882359"/>
                <a:ext cx="578030" cy="609685"/>
              </a:xfrm>
              <a:custGeom>
                <a:avLst/>
                <a:gdLst>
                  <a:gd name="T0" fmla="*/ 9001 w 10802"/>
                  <a:gd name="T1" fmla="*/ 4637 h 11394"/>
                  <a:gd name="T2" fmla="*/ 8903 w 10802"/>
                  <a:gd name="T3" fmla="*/ 789 h 11394"/>
                  <a:gd name="T4" fmla="*/ 789 w 10802"/>
                  <a:gd name="T5" fmla="*/ 888 h 11394"/>
                  <a:gd name="T6" fmla="*/ 887 w 10802"/>
                  <a:gd name="T7" fmla="*/ 10260 h 11394"/>
                  <a:gd name="T8" fmla="*/ 4846 w 10802"/>
                  <a:gd name="T9" fmla="*/ 10655 h 11394"/>
                  <a:gd name="T10" fmla="*/ 394 w 10802"/>
                  <a:gd name="T11" fmla="*/ 11049 h 11394"/>
                  <a:gd name="T12" fmla="*/ 0 w 10802"/>
                  <a:gd name="T13" fmla="*/ 395 h 11394"/>
                  <a:gd name="T14" fmla="*/ 9396 w 10802"/>
                  <a:gd name="T15" fmla="*/ 0 h 11394"/>
                  <a:gd name="T16" fmla="*/ 9791 w 10802"/>
                  <a:gd name="T17" fmla="*/ 4637 h 11394"/>
                  <a:gd name="T18" fmla="*/ 1812 w 10802"/>
                  <a:gd name="T19" fmla="*/ 2540 h 11394"/>
                  <a:gd name="T20" fmla="*/ 8015 w 10802"/>
                  <a:gd name="T21" fmla="*/ 2935 h 11394"/>
                  <a:gd name="T22" fmla="*/ 1812 w 10802"/>
                  <a:gd name="T23" fmla="*/ 3330 h 11394"/>
                  <a:gd name="T24" fmla="*/ 1812 w 10802"/>
                  <a:gd name="T25" fmla="*/ 2540 h 11394"/>
                  <a:gd name="T26" fmla="*/ 4488 w 10802"/>
                  <a:gd name="T27" fmla="*/ 5081 h 11394"/>
                  <a:gd name="T28" fmla="*/ 4488 w 10802"/>
                  <a:gd name="T29" fmla="*/ 5870 h 11394"/>
                  <a:gd name="T30" fmla="*/ 1479 w 10802"/>
                  <a:gd name="T31" fmla="*/ 5475 h 11394"/>
                  <a:gd name="T32" fmla="*/ 1874 w 10802"/>
                  <a:gd name="T33" fmla="*/ 7621 h 11394"/>
                  <a:gd name="T34" fmla="*/ 4883 w 10802"/>
                  <a:gd name="T35" fmla="*/ 8016 h 11394"/>
                  <a:gd name="T36" fmla="*/ 1874 w 10802"/>
                  <a:gd name="T37" fmla="*/ 8410 h 11394"/>
                  <a:gd name="T38" fmla="*/ 1874 w 10802"/>
                  <a:gd name="T39" fmla="*/ 7621 h 11394"/>
                  <a:gd name="T40" fmla="*/ 6165 w 10802"/>
                  <a:gd name="T41" fmla="*/ 5081 h 11394"/>
                  <a:gd name="T42" fmla="*/ 6165 w 10802"/>
                  <a:gd name="T43" fmla="*/ 5870 h 11394"/>
                  <a:gd name="T44" fmla="*/ 5228 w 10802"/>
                  <a:gd name="T45" fmla="*/ 5475 h 11394"/>
                  <a:gd name="T46" fmla="*/ 8453 w 10802"/>
                  <a:gd name="T47" fmla="*/ 5525 h 11394"/>
                  <a:gd name="T48" fmla="*/ 9544 w 10802"/>
                  <a:gd name="T49" fmla="*/ 8379 h 11394"/>
                  <a:gd name="T50" fmla="*/ 7361 w 10802"/>
                  <a:gd name="T51" fmla="*/ 8379 h 11394"/>
                  <a:gd name="T52" fmla="*/ 8453 w 10802"/>
                  <a:gd name="T53" fmla="*/ 5525 h 11394"/>
                  <a:gd name="T54" fmla="*/ 8052 w 10802"/>
                  <a:gd name="T55" fmla="*/ 6616 h 11394"/>
                  <a:gd name="T56" fmla="*/ 8453 w 10802"/>
                  <a:gd name="T57" fmla="*/ 8780 h 11394"/>
                  <a:gd name="T58" fmla="*/ 8853 w 10802"/>
                  <a:gd name="T59" fmla="*/ 6616 h 11394"/>
                  <a:gd name="T60" fmla="*/ 8804 w 10802"/>
                  <a:gd name="T61" fmla="*/ 10427 h 11394"/>
                  <a:gd name="T62" fmla="*/ 9137 w 10802"/>
                  <a:gd name="T63" fmla="*/ 10704 h 11394"/>
                  <a:gd name="T64" fmla="*/ 9137 w 10802"/>
                  <a:gd name="T65" fmla="*/ 11394 h 11394"/>
                  <a:gd name="T66" fmla="*/ 7361 w 10802"/>
                  <a:gd name="T67" fmla="*/ 11049 h 11394"/>
                  <a:gd name="T68" fmla="*/ 8114 w 10802"/>
                  <a:gd name="T69" fmla="*/ 10704 h 11394"/>
                  <a:gd name="T70" fmla="*/ 6042 w 10802"/>
                  <a:gd name="T71" fmla="*/ 8077 h 11394"/>
                  <a:gd name="T72" fmla="*/ 6387 w 10802"/>
                  <a:gd name="T73" fmla="*/ 7547 h 11394"/>
                  <a:gd name="T74" fmla="*/ 6732 w 10802"/>
                  <a:gd name="T75" fmla="*/ 8077 h 11394"/>
                  <a:gd name="T76" fmla="*/ 10111 w 10802"/>
                  <a:gd name="T77" fmla="*/ 8077 h 11394"/>
                  <a:gd name="T78" fmla="*/ 10457 w 10802"/>
                  <a:gd name="T79" fmla="*/ 7547 h 11394"/>
                  <a:gd name="T80" fmla="*/ 10802 w 10802"/>
                  <a:gd name="T81" fmla="*/ 8077 h 11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10802" h="11394">
                    <a:moveTo>
                      <a:pt x="9396" y="5031"/>
                    </a:moveTo>
                    <a:cubicBezTo>
                      <a:pt x="9178" y="5031"/>
                      <a:pt x="9001" y="4855"/>
                      <a:pt x="9001" y="4637"/>
                    </a:cubicBezTo>
                    <a:lnTo>
                      <a:pt x="9001" y="888"/>
                    </a:lnTo>
                    <a:cubicBezTo>
                      <a:pt x="9001" y="834"/>
                      <a:pt x="8957" y="789"/>
                      <a:pt x="8903" y="789"/>
                    </a:cubicBezTo>
                    <a:lnTo>
                      <a:pt x="887" y="789"/>
                    </a:lnTo>
                    <a:cubicBezTo>
                      <a:pt x="833" y="789"/>
                      <a:pt x="789" y="834"/>
                      <a:pt x="789" y="888"/>
                    </a:cubicBezTo>
                    <a:lnTo>
                      <a:pt x="789" y="10161"/>
                    </a:lnTo>
                    <a:cubicBezTo>
                      <a:pt x="789" y="10216"/>
                      <a:pt x="833" y="10260"/>
                      <a:pt x="887" y="10260"/>
                    </a:cubicBezTo>
                    <a:lnTo>
                      <a:pt x="4451" y="10260"/>
                    </a:lnTo>
                    <a:cubicBezTo>
                      <a:pt x="4669" y="10260"/>
                      <a:pt x="4846" y="10437"/>
                      <a:pt x="4846" y="10655"/>
                    </a:cubicBezTo>
                    <a:cubicBezTo>
                      <a:pt x="4846" y="10872"/>
                      <a:pt x="4669" y="11049"/>
                      <a:pt x="4451" y="11049"/>
                    </a:cubicBezTo>
                    <a:lnTo>
                      <a:pt x="394" y="11049"/>
                    </a:lnTo>
                    <a:cubicBezTo>
                      <a:pt x="176" y="11049"/>
                      <a:pt x="0" y="10872"/>
                      <a:pt x="0" y="10655"/>
                    </a:cubicBezTo>
                    <a:lnTo>
                      <a:pt x="0" y="395"/>
                    </a:lnTo>
                    <a:cubicBezTo>
                      <a:pt x="0" y="177"/>
                      <a:pt x="176" y="0"/>
                      <a:pt x="394" y="0"/>
                    </a:cubicBezTo>
                    <a:lnTo>
                      <a:pt x="9396" y="0"/>
                    </a:lnTo>
                    <a:cubicBezTo>
                      <a:pt x="9614" y="0"/>
                      <a:pt x="9791" y="177"/>
                      <a:pt x="9791" y="395"/>
                    </a:cubicBezTo>
                    <a:lnTo>
                      <a:pt x="9791" y="4637"/>
                    </a:lnTo>
                    <a:cubicBezTo>
                      <a:pt x="9791" y="4855"/>
                      <a:pt x="9614" y="5031"/>
                      <a:pt x="9396" y="5031"/>
                    </a:cubicBezTo>
                    <a:close/>
                    <a:moveTo>
                      <a:pt x="1812" y="2540"/>
                    </a:moveTo>
                    <a:lnTo>
                      <a:pt x="7620" y="2540"/>
                    </a:lnTo>
                    <a:cubicBezTo>
                      <a:pt x="7838" y="2540"/>
                      <a:pt x="8015" y="2717"/>
                      <a:pt x="8015" y="2935"/>
                    </a:cubicBezTo>
                    <a:cubicBezTo>
                      <a:pt x="8015" y="3153"/>
                      <a:pt x="7838" y="3330"/>
                      <a:pt x="7620" y="3330"/>
                    </a:cubicBezTo>
                    <a:lnTo>
                      <a:pt x="1812" y="3330"/>
                    </a:lnTo>
                    <a:cubicBezTo>
                      <a:pt x="1594" y="3330"/>
                      <a:pt x="1418" y="3153"/>
                      <a:pt x="1418" y="2935"/>
                    </a:cubicBezTo>
                    <a:cubicBezTo>
                      <a:pt x="1418" y="2717"/>
                      <a:pt x="1594" y="2540"/>
                      <a:pt x="1812" y="2540"/>
                    </a:cubicBezTo>
                    <a:close/>
                    <a:moveTo>
                      <a:pt x="1874" y="5081"/>
                    </a:moveTo>
                    <a:lnTo>
                      <a:pt x="4488" y="5081"/>
                    </a:lnTo>
                    <a:cubicBezTo>
                      <a:pt x="4706" y="5081"/>
                      <a:pt x="4883" y="5257"/>
                      <a:pt x="4883" y="5475"/>
                    </a:cubicBezTo>
                    <a:cubicBezTo>
                      <a:pt x="4883" y="5693"/>
                      <a:pt x="4706" y="5870"/>
                      <a:pt x="4488" y="5870"/>
                    </a:cubicBezTo>
                    <a:lnTo>
                      <a:pt x="1874" y="5870"/>
                    </a:lnTo>
                    <a:cubicBezTo>
                      <a:pt x="1656" y="5870"/>
                      <a:pt x="1479" y="5693"/>
                      <a:pt x="1479" y="5475"/>
                    </a:cubicBezTo>
                    <a:cubicBezTo>
                      <a:pt x="1479" y="5257"/>
                      <a:pt x="1656" y="5081"/>
                      <a:pt x="1874" y="5081"/>
                    </a:cubicBezTo>
                    <a:close/>
                    <a:moveTo>
                      <a:pt x="1874" y="7621"/>
                    </a:moveTo>
                    <a:lnTo>
                      <a:pt x="4488" y="7621"/>
                    </a:lnTo>
                    <a:cubicBezTo>
                      <a:pt x="4706" y="7621"/>
                      <a:pt x="4883" y="7798"/>
                      <a:pt x="4883" y="8016"/>
                    </a:cubicBezTo>
                    <a:cubicBezTo>
                      <a:pt x="4883" y="8234"/>
                      <a:pt x="4706" y="8410"/>
                      <a:pt x="4488" y="8410"/>
                    </a:cubicBezTo>
                    <a:lnTo>
                      <a:pt x="1874" y="8410"/>
                    </a:lnTo>
                    <a:cubicBezTo>
                      <a:pt x="1656" y="8410"/>
                      <a:pt x="1479" y="8234"/>
                      <a:pt x="1479" y="8016"/>
                    </a:cubicBezTo>
                    <a:cubicBezTo>
                      <a:pt x="1479" y="7798"/>
                      <a:pt x="1656" y="7621"/>
                      <a:pt x="1874" y="7621"/>
                    </a:cubicBezTo>
                    <a:close/>
                    <a:moveTo>
                      <a:pt x="5623" y="5081"/>
                    </a:moveTo>
                    <a:lnTo>
                      <a:pt x="6165" y="5081"/>
                    </a:lnTo>
                    <a:cubicBezTo>
                      <a:pt x="6383" y="5081"/>
                      <a:pt x="6560" y="5257"/>
                      <a:pt x="6560" y="5475"/>
                    </a:cubicBezTo>
                    <a:cubicBezTo>
                      <a:pt x="6560" y="5693"/>
                      <a:pt x="6383" y="5870"/>
                      <a:pt x="6165" y="5870"/>
                    </a:cubicBezTo>
                    <a:lnTo>
                      <a:pt x="5623" y="5870"/>
                    </a:lnTo>
                    <a:cubicBezTo>
                      <a:pt x="5405" y="5870"/>
                      <a:pt x="5228" y="5693"/>
                      <a:pt x="5228" y="5475"/>
                    </a:cubicBezTo>
                    <a:cubicBezTo>
                      <a:pt x="5228" y="5257"/>
                      <a:pt x="5405" y="5081"/>
                      <a:pt x="5623" y="5081"/>
                    </a:cubicBezTo>
                    <a:close/>
                    <a:moveTo>
                      <a:pt x="8453" y="5525"/>
                    </a:moveTo>
                    <a:cubicBezTo>
                      <a:pt x="9055" y="5525"/>
                      <a:pt x="9544" y="6013"/>
                      <a:pt x="9544" y="6616"/>
                    </a:cubicBezTo>
                    <a:lnTo>
                      <a:pt x="9544" y="8379"/>
                    </a:lnTo>
                    <a:cubicBezTo>
                      <a:pt x="9544" y="8982"/>
                      <a:pt x="9055" y="9471"/>
                      <a:pt x="8453" y="9471"/>
                    </a:cubicBezTo>
                    <a:cubicBezTo>
                      <a:pt x="7850" y="9471"/>
                      <a:pt x="7361" y="8982"/>
                      <a:pt x="7361" y="8379"/>
                    </a:cubicBezTo>
                    <a:lnTo>
                      <a:pt x="7361" y="6616"/>
                    </a:lnTo>
                    <a:cubicBezTo>
                      <a:pt x="7361" y="6013"/>
                      <a:pt x="7850" y="5525"/>
                      <a:pt x="8453" y="5525"/>
                    </a:cubicBezTo>
                    <a:close/>
                    <a:moveTo>
                      <a:pt x="8453" y="6215"/>
                    </a:moveTo>
                    <a:cubicBezTo>
                      <a:pt x="8231" y="6215"/>
                      <a:pt x="8052" y="6395"/>
                      <a:pt x="8052" y="6616"/>
                    </a:cubicBezTo>
                    <a:lnTo>
                      <a:pt x="8052" y="8379"/>
                    </a:lnTo>
                    <a:cubicBezTo>
                      <a:pt x="8052" y="8601"/>
                      <a:pt x="8231" y="8780"/>
                      <a:pt x="8453" y="8780"/>
                    </a:cubicBezTo>
                    <a:cubicBezTo>
                      <a:pt x="8674" y="8780"/>
                      <a:pt x="8853" y="8601"/>
                      <a:pt x="8853" y="8379"/>
                    </a:cubicBezTo>
                    <a:lnTo>
                      <a:pt x="8853" y="6616"/>
                    </a:lnTo>
                    <a:cubicBezTo>
                      <a:pt x="8853" y="6395"/>
                      <a:pt x="8674" y="6215"/>
                      <a:pt x="8453" y="6215"/>
                    </a:cubicBezTo>
                    <a:close/>
                    <a:moveTo>
                      <a:pt x="8804" y="10427"/>
                    </a:moveTo>
                    <a:lnTo>
                      <a:pt x="8804" y="10704"/>
                    </a:lnTo>
                    <a:lnTo>
                      <a:pt x="9137" y="10704"/>
                    </a:lnTo>
                    <a:cubicBezTo>
                      <a:pt x="9328" y="10704"/>
                      <a:pt x="9482" y="10858"/>
                      <a:pt x="9482" y="11049"/>
                    </a:cubicBezTo>
                    <a:cubicBezTo>
                      <a:pt x="9482" y="11240"/>
                      <a:pt x="9328" y="11394"/>
                      <a:pt x="9137" y="11394"/>
                    </a:cubicBezTo>
                    <a:lnTo>
                      <a:pt x="7707" y="11394"/>
                    </a:lnTo>
                    <a:cubicBezTo>
                      <a:pt x="7516" y="11394"/>
                      <a:pt x="7361" y="11240"/>
                      <a:pt x="7361" y="11049"/>
                    </a:cubicBezTo>
                    <a:cubicBezTo>
                      <a:pt x="7361" y="10858"/>
                      <a:pt x="7516" y="10704"/>
                      <a:pt x="7707" y="10704"/>
                    </a:cubicBezTo>
                    <a:lnTo>
                      <a:pt x="8114" y="10704"/>
                    </a:lnTo>
                    <a:lnTo>
                      <a:pt x="8114" y="10437"/>
                    </a:lnTo>
                    <a:cubicBezTo>
                      <a:pt x="6945" y="10286"/>
                      <a:pt x="6042" y="9287"/>
                      <a:pt x="6042" y="8077"/>
                    </a:cubicBezTo>
                    <a:lnTo>
                      <a:pt x="6042" y="7892"/>
                    </a:lnTo>
                    <a:cubicBezTo>
                      <a:pt x="6042" y="7702"/>
                      <a:pt x="6196" y="7547"/>
                      <a:pt x="6387" y="7547"/>
                    </a:cubicBezTo>
                    <a:cubicBezTo>
                      <a:pt x="6578" y="7547"/>
                      <a:pt x="6732" y="7702"/>
                      <a:pt x="6732" y="7892"/>
                    </a:cubicBezTo>
                    <a:lnTo>
                      <a:pt x="6732" y="8077"/>
                    </a:lnTo>
                    <a:cubicBezTo>
                      <a:pt x="6732" y="9010"/>
                      <a:pt x="7489" y="9767"/>
                      <a:pt x="8422" y="9767"/>
                    </a:cubicBezTo>
                    <a:cubicBezTo>
                      <a:pt x="9355" y="9767"/>
                      <a:pt x="10111" y="9010"/>
                      <a:pt x="10111" y="8077"/>
                    </a:cubicBezTo>
                    <a:lnTo>
                      <a:pt x="10111" y="7892"/>
                    </a:lnTo>
                    <a:cubicBezTo>
                      <a:pt x="10111" y="7702"/>
                      <a:pt x="10266" y="7547"/>
                      <a:pt x="10457" y="7547"/>
                    </a:cubicBezTo>
                    <a:cubicBezTo>
                      <a:pt x="10647" y="7547"/>
                      <a:pt x="10802" y="7702"/>
                      <a:pt x="10802" y="7892"/>
                    </a:cubicBezTo>
                    <a:lnTo>
                      <a:pt x="10802" y="8077"/>
                    </a:lnTo>
                    <a:cubicBezTo>
                      <a:pt x="10802" y="9262"/>
                      <a:pt x="9937" y="10244"/>
                      <a:pt x="8804" y="10427"/>
                    </a:cubicBezTo>
                    <a:close/>
                  </a:path>
                </a:pathLst>
              </a:custGeom>
              <a:solidFill>
                <a:srgbClr val="122E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F26FC05B-0CD7-D654-C8E3-614215B1628A}"/>
                </a:ext>
              </a:extLst>
            </p:cNvPr>
            <p:cNvGrpSpPr/>
            <p:nvPr/>
          </p:nvGrpSpPr>
          <p:grpSpPr>
            <a:xfrm>
              <a:off x="4725169" y="3201063"/>
              <a:ext cx="2921938" cy="1595090"/>
              <a:chOff x="1207802" y="3037594"/>
              <a:chExt cx="2921938" cy="1595090"/>
            </a:xfrm>
          </p:grpSpPr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E1D382E9-D5D1-2F5D-2644-692481B787DF}"/>
                  </a:ext>
                </a:extLst>
              </p:cNvPr>
              <p:cNvSpPr txBox="1"/>
              <p:nvPr/>
            </p:nvSpPr>
            <p:spPr>
              <a:xfrm>
                <a:off x="1207802" y="3753597"/>
                <a:ext cx="2921938" cy="8790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dirty="0">
                    <a:solidFill>
                      <a:srgbClr val="122E66"/>
                    </a:solidFill>
                    <a:latin typeface="思源黑体 CN Bold"/>
                    <a:ea typeface="思源宋体 CN" panose="02020400000000000000" pitchFamily="18" charset="-122"/>
                    <a:cs typeface="+mn-ea"/>
                    <a:sym typeface="+mn-lt"/>
                  </a:rPr>
                  <a:t>用户密码加密存储，防止简单</a:t>
                </a:r>
                <a:r>
                  <a:rPr lang="en-US" altLang="zh-CN" dirty="0">
                    <a:solidFill>
                      <a:srgbClr val="122E66"/>
                    </a:solidFill>
                    <a:latin typeface="思源黑体 CN Bold"/>
                    <a:ea typeface="思源宋体 CN" panose="02020400000000000000" pitchFamily="18" charset="-122"/>
                    <a:cs typeface="+mn-ea"/>
                    <a:sym typeface="+mn-lt"/>
                  </a:rPr>
                  <a:t>SQL</a:t>
                </a:r>
                <a:r>
                  <a:rPr lang="zh-CN" altLang="en-US" dirty="0">
                    <a:solidFill>
                      <a:srgbClr val="122E66"/>
                    </a:solidFill>
                    <a:latin typeface="思源黑体 CN Bold"/>
                    <a:ea typeface="思源宋体 CN" panose="02020400000000000000" pitchFamily="18" charset="-122"/>
                    <a:cs typeface="+mn-ea"/>
                    <a:sym typeface="+mn-lt"/>
                  </a:rPr>
                  <a:t>注入。</a:t>
                </a:r>
              </a:p>
            </p:txBody>
          </p:sp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233574F4-3953-703B-C584-7977E0C4CC80}"/>
                  </a:ext>
                </a:extLst>
              </p:cNvPr>
              <p:cNvSpPr txBox="1"/>
              <p:nvPr/>
            </p:nvSpPr>
            <p:spPr>
              <a:xfrm>
                <a:off x="1983363" y="3037594"/>
                <a:ext cx="1728258" cy="4635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zh-CN" altLang="en-US" b="1" spc="300" dirty="0">
                    <a:solidFill>
                      <a:srgbClr val="122E66"/>
                    </a:solidFill>
                    <a:latin typeface="思源黑体 CN Bold"/>
                    <a:ea typeface="思源宋体 CN" panose="02020400000000000000" pitchFamily="18" charset="-122"/>
                    <a:cs typeface="+mn-ea"/>
                    <a:sym typeface="+mn-lt"/>
                  </a:rPr>
                  <a:t>安全要求</a:t>
                </a:r>
                <a:endParaRPr lang="zh-CN" altLang="en-US" sz="1800" b="1" spc="300" dirty="0">
                  <a:solidFill>
                    <a:srgbClr val="122E66"/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endParaRPr>
              </a:p>
            </p:txBody>
          </p:sp>
        </p:grpSp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1F8E20FC-4204-BD96-CFB4-18CD98A53D76}"/>
                </a:ext>
              </a:extLst>
            </p:cNvPr>
            <p:cNvGrpSpPr/>
            <p:nvPr/>
          </p:nvGrpSpPr>
          <p:grpSpPr>
            <a:xfrm>
              <a:off x="8242535" y="3216183"/>
              <a:ext cx="2921938" cy="1579970"/>
              <a:chOff x="1207802" y="3052714"/>
              <a:chExt cx="2921938" cy="1579970"/>
            </a:xfrm>
          </p:grpSpPr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21C6DD35-9377-CBF6-8D02-D4578DAF8A83}"/>
                  </a:ext>
                </a:extLst>
              </p:cNvPr>
              <p:cNvSpPr txBox="1"/>
              <p:nvPr/>
            </p:nvSpPr>
            <p:spPr>
              <a:xfrm>
                <a:off x="1207802" y="3753597"/>
                <a:ext cx="2921938" cy="8790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dirty="0">
                    <a:solidFill>
                      <a:srgbClr val="122E66"/>
                    </a:solidFill>
                    <a:latin typeface="思源黑体 CN Bold"/>
                    <a:ea typeface="思源宋体 CN" panose="02020400000000000000" pitchFamily="18" charset="-122"/>
                    <a:cs typeface="+mn-ea"/>
                    <a:sym typeface="+mn-lt"/>
                  </a:rPr>
                  <a:t>建议使用</a:t>
                </a:r>
                <a:r>
                  <a:rPr lang="en-US" altLang="zh-CN" dirty="0">
                    <a:solidFill>
                      <a:srgbClr val="122E66"/>
                    </a:solidFill>
                    <a:latin typeface="思源黑体 CN Bold"/>
                    <a:ea typeface="思源宋体 CN" panose="02020400000000000000" pitchFamily="18" charset="-122"/>
                    <a:cs typeface="+mn-ea"/>
                    <a:sym typeface="+mn-lt"/>
                  </a:rPr>
                  <a:t>Chrome</a:t>
                </a:r>
                <a:r>
                  <a:rPr lang="zh-CN" altLang="en-US" dirty="0">
                    <a:solidFill>
                      <a:srgbClr val="122E66"/>
                    </a:solidFill>
                    <a:latin typeface="思源黑体 CN Bold"/>
                    <a:ea typeface="思源宋体 CN" panose="02020400000000000000" pitchFamily="18" charset="-122"/>
                    <a:cs typeface="+mn-ea"/>
                    <a:sym typeface="+mn-lt"/>
                  </a:rPr>
                  <a:t>浏览器访问。</a:t>
                </a:r>
              </a:p>
            </p:txBody>
          </p:sp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96DF0FD1-D4DC-ECB9-723C-6DD3080BB3A5}"/>
                  </a:ext>
                </a:extLst>
              </p:cNvPr>
              <p:cNvSpPr txBox="1"/>
              <p:nvPr/>
            </p:nvSpPr>
            <p:spPr>
              <a:xfrm>
                <a:off x="1860191" y="3052714"/>
                <a:ext cx="1404480" cy="4635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zh-CN" altLang="en-US" b="1" spc="300" dirty="0">
                    <a:solidFill>
                      <a:srgbClr val="122E66"/>
                    </a:solidFill>
                    <a:latin typeface="思源黑体 CN Bold"/>
                    <a:ea typeface="思源宋体 CN" panose="02020400000000000000" pitchFamily="18" charset="-122"/>
                    <a:cs typeface="+mn-ea"/>
                    <a:sym typeface="+mn-lt"/>
                  </a:rPr>
                  <a:t>容性要求</a:t>
                </a:r>
                <a:endParaRPr lang="zh-CN" altLang="en-US" sz="1800" b="1" spc="300" dirty="0">
                  <a:solidFill>
                    <a:srgbClr val="122E66"/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C2207E52-F099-0A5F-2E1F-403289209E12}"/>
              </a:ext>
            </a:extLst>
          </p:cNvPr>
          <p:cNvGrpSpPr/>
          <p:nvPr/>
        </p:nvGrpSpPr>
        <p:grpSpPr>
          <a:xfrm>
            <a:off x="707718" y="813975"/>
            <a:ext cx="3828219" cy="430887"/>
            <a:chOff x="707718" y="813975"/>
            <a:chExt cx="3828219" cy="430887"/>
          </a:xfrm>
        </p:grpSpPr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E100684E-3897-1363-CF31-9567922E42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7718" y="856366"/>
              <a:ext cx="0" cy="355445"/>
            </a:xfrm>
            <a:prstGeom prst="line">
              <a:avLst/>
            </a:prstGeom>
            <a:ln w="79375">
              <a:solidFill>
                <a:srgbClr val="122E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53EC44E1-E870-5958-D79E-DC4C5D2E00EE}"/>
                </a:ext>
              </a:extLst>
            </p:cNvPr>
            <p:cNvSpPr txBox="1"/>
            <p:nvPr/>
          </p:nvSpPr>
          <p:spPr>
            <a:xfrm>
              <a:off x="841558" y="813975"/>
              <a:ext cx="3694379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srgbClr val="00156C"/>
                  </a:solidFill>
                  <a:effectLst/>
                  <a:uLnTx/>
                  <a:uFillTx/>
                  <a:latin typeface="+mn-ea"/>
                  <a:cs typeface="+mn-ea"/>
                </a:rPr>
                <a:t>非功能需求</a:t>
              </a:r>
            </a:p>
          </p:txBody>
        </p:sp>
      </p:grp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8C44736B-B0BE-2E80-2959-460D2F17E237}"/>
              </a:ext>
            </a:extLst>
          </p:cNvPr>
          <p:cNvSpPr/>
          <p:nvPr/>
        </p:nvSpPr>
        <p:spPr>
          <a:xfrm>
            <a:off x="276632" y="6411938"/>
            <a:ext cx="1608856" cy="367807"/>
          </a:xfrm>
          <a:prstGeom prst="homePlat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cs typeface="+mn-ea"/>
              </a:rPr>
              <a:t>需求分析</a:t>
            </a:r>
          </a:p>
        </p:txBody>
      </p:sp>
    </p:spTree>
    <p:extLst>
      <p:ext uri="{BB962C8B-B14F-4D97-AF65-F5344CB8AC3E}">
        <p14:creationId xmlns:p14="http://schemas.microsoft.com/office/powerpoint/2010/main" val="34993760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ṡ1íḋe"/>
          <p:cNvSpPr/>
          <p:nvPr/>
        </p:nvSpPr>
        <p:spPr>
          <a:xfrm>
            <a:off x="-11552" y="-1"/>
            <a:ext cx="12215105" cy="620689"/>
          </a:xfrm>
          <a:prstGeom prst="rect">
            <a:avLst/>
          </a:prstGeom>
          <a:solidFill>
            <a:srgbClr val="0E41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5" name="iṡḻîdê"/>
          <p:cNvSpPr/>
          <p:nvPr/>
        </p:nvSpPr>
        <p:spPr>
          <a:xfrm>
            <a:off x="0" y="0"/>
            <a:ext cx="12192000" cy="3445288"/>
          </a:xfrm>
          <a:prstGeom prst="rect">
            <a:avLst/>
          </a:prstGeom>
          <a:solidFill>
            <a:srgbClr val="122E66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D19D9943-2FC6-8BAB-6D63-95EB695E6EAF}"/>
              </a:ext>
            </a:extLst>
          </p:cNvPr>
          <p:cNvCxnSpPr>
            <a:cxnSpLocks/>
          </p:cNvCxnSpPr>
          <p:nvPr/>
        </p:nvCxnSpPr>
        <p:spPr>
          <a:xfrm flipV="1">
            <a:off x="707718" y="856366"/>
            <a:ext cx="0" cy="355445"/>
          </a:xfrm>
          <a:prstGeom prst="line">
            <a:avLst/>
          </a:prstGeom>
          <a:ln w="79375">
            <a:solidFill>
              <a:srgbClr val="122E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>
            <a:extLst>
              <a:ext uri="{FF2B5EF4-FFF2-40B4-BE49-F238E27FC236}">
                <a16:creationId xmlns:a16="http://schemas.microsoft.com/office/drawing/2014/main" id="{3C4E42A1-1173-BF65-9D51-B943970D3E2D}"/>
              </a:ext>
            </a:extLst>
          </p:cNvPr>
          <p:cNvGrpSpPr/>
          <p:nvPr/>
        </p:nvGrpSpPr>
        <p:grpSpPr>
          <a:xfrm>
            <a:off x="1960642" y="2497257"/>
            <a:ext cx="8323142" cy="1816661"/>
            <a:chOff x="2377440" y="2692400"/>
            <a:chExt cx="2741369" cy="589280"/>
          </a:xfrm>
        </p:grpSpPr>
        <p:sp>
          <p:nvSpPr>
            <p:cNvPr id="26" name="矩形: 圆角 25">
              <a:extLst>
                <a:ext uri="{FF2B5EF4-FFF2-40B4-BE49-F238E27FC236}">
                  <a16:creationId xmlns:a16="http://schemas.microsoft.com/office/drawing/2014/main" id="{E022AB89-6D0B-C080-6500-2EB0B2CD2722}"/>
                </a:ext>
              </a:extLst>
            </p:cNvPr>
            <p:cNvSpPr/>
            <p:nvPr/>
          </p:nvSpPr>
          <p:spPr>
            <a:xfrm>
              <a:off x="2377440" y="2692400"/>
              <a:ext cx="2741369" cy="589280"/>
            </a:xfrm>
            <a:prstGeom prst="roundRect">
              <a:avLst>
                <a:gd name="adj" fmla="val 35632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381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</a:endParaRPr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67BBD986-2291-1F82-C6D6-5A39C9F1F1B9}"/>
                </a:ext>
              </a:extLst>
            </p:cNvPr>
            <p:cNvSpPr txBox="1"/>
            <p:nvPr/>
          </p:nvSpPr>
          <p:spPr>
            <a:xfrm>
              <a:off x="3313348" y="2879824"/>
              <a:ext cx="852286" cy="2296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000" spc="600" dirty="0">
                  <a:solidFill>
                    <a:srgbClr val="122E66"/>
                  </a:solidFill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+mn-ea"/>
                </a:rPr>
                <a:t>技术路线</a:t>
              </a:r>
            </a:p>
          </p:txBody>
        </p:sp>
      </p:grpSp>
      <p:sp>
        <p:nvSpPr>
          <p:cNvPr id="34" name="文本框 33">
            <a:extLst>
              <a:ext uri="{FF2B5EF4-FFF2-40B4-BE49-F238E27FC236}">
                <a16:creationId xmlns:a16="http://schemas.microsoft.com/office/drawing/2014/main" id="{52C36C23-5CCB-7DCD-395D-9BF5E016C560}"/>
              </a:ext>
            </a:extLst>
          </p:cNvPr>
          <p:cNvSpPr txBox="1"/>
          <p:nvPr/>
        </p:nvSpPr>
        <p:spPr>
          <a:xfrm>
            <a:off x="1960642" y="2121849"/>
            <a:ext cx="2587647" cy="264687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16600" dirty="0">
                <a:solidFill>
                  <a:schemeClr val="bg1">
                    <a:lumMod val="85000"/>
                    <a:alpha val="62000"/>
                  </a:schemeClr>
                </a:solidFill>
                <a:latin typeface="Impact" panose="020B0806030902050204" pitchFamily="34" charset="0"/>
                <a:cs typeface="+mn-ea"/>
              </a:rPr>
              <a:t>03</a:t>
            </a:r>
            <a:endParaRPr lang="zh-CN" altLang="en-US" sz="16600" dirty="0">
              <a:solidFill>
                <a:schemeClr val="bg1">
                  <a:lumMod val="85000"/>
                  <a:alpha val="62000"/>
                </a:schemeClr>
              </a:solidFill>
              <a:latin typeface="Impact" panose="020B0806030902050204" pitchFamily="34" charset="0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79657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ṡ1íḋe"/>
          <p:cNvSpPr/>
          <p:nvPr/>
        </p:nvSpPr>
        <p:spPr>
          <a:xfrm>
            <a:off x="-11552" y="-1"/>
            <a:ext cx="12215105" cy="620689"/>
          </a:xfrm>
          <a:prstGeom prst="rect">
            <a:avLst/>
          </a:prstGeom>
          <a:solidFill>
            <a:srgbClr val="0E41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5" name="iṡḻîdê"/>
          <p:cNvSpPr/>
          <p:nvPr/>
        </p:nvSpPr>
        <p:spPr>
          <a:xfrm>
            <a:off x="0" y="0"/>
            <a:ext cx="12192000" cy="3445288"/>
          </a:xfrm>
          <a:prstGeom prst="rect">
            <a:avLst/>
          </a:prstGeom>
          <a:solidFill>
            <a:srgbClr val="122E66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9" name="iš1íḍè"/>
          <p:cNvSpPr/>
          <p:nvPr/>
        </p:nvSpPr>
        <p:spPr>
          <a:xfrm>
            <a:off x="274736" y="404664"/>
            <a:ext cx="11608824" cy="59555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1600" sx="101000" sy="101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500" b="1" i="0" u="none" strike="noStrike" kern="1200" cap="none" spc="30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035D2321-05FE-9F25-86C1-AEFCCDE9F710}"/>
              </a:ext>
            </a:extLst>
          </p:cNvPr>
          <p:cNvGrpSpPr/>
          <p:nvPr/>
        </p:nvGrpSpPr>
        <p:grpSpPr>
          <a:xfrm>
            <a:off x="660285" y="1056838"/>
            <a:ext cx="10081920" cy="473345"/>
            <a:chOff x="489815" y="892975"/>
            <a:chExt cx="9863039" cy="473345"/>
          </a:xfrm>
        </p:grpSpPr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D19D9943-2FC6-8BAB-6D63-95EB695E6EA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9815" y="1366320"/>
              <a:ext cx="9422220" cy="0"/>
            </a:xfrm>
            <a:prstGeom prst="line">
              <a:avLst/>
            </a:prstGeom>
            <a:ln w="79375">
              <a:solidFill>
                <a:srgbClr val="122E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361DDB0D-F6B0-8357-BAF3-6B13EA04797F}"/>
                </a:ext>
              </a:extLst>
            </p:cNvPr>
            <p:cNvSpPr txBox="1"/>
            <p:nvPr/>
          </p:nvSpPr>
          <p:spPr>
            <a:xfrm>
              <a:off x="489815" y="892975"/>
              <a:ext cx="986303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00156C"/>
                  </a:solidFill>
                  <a:effectLst/>
                  <a:uLnTx/>
                  <a:uFillTx/>
                  <a:latin typeface="+mn-ea"/>
                  <a:cs typeface="+mn-ea"/>
                </a:rPr>
                <a:t>总体架构：采用前后端分离架构，前端通过</a:t>
              </a:r>
              <a:r>
                <a:rPr kumimoji="0" lang="en-US" altLang="zh-CN" b="0" i="0" u="none" strike="noStrike" kern="1200" cap="none" spc="0" normalizeH="0" baseline="0" noProof="0" dirty="0">
                  <a:ln>
                    <a:noFill/>
                  </a:ln>
                  <a:solidFill>
                    <a:srgbClr val="00156C"/>
                  </a:solidFill>
                  <a:effectLst/>
                  <a:uLnTx/>
                  <a:uFillTx/>
                  <a:latin typeface="+mn-ea"/>
                  <a:cs typeface="+mn-ea"/>
                </a:rPr>
                <a:t>AJAX</a:t>
              </a:r>
              <a:r>
                <a:rPr kumimoji="0" lang="zh-CN" alt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00156C"/>
                  </a:solidFill>
                  <a:effectLst/>
                  <a:uLnTx/>
                  <a:uFillTx/>
                  <a:latin typeface="+mn-ea"/>
                  <a:cs typeface="+mn-ea"/>
                </a:rPr>
                <a:t>调用后端</a:t>
              </a:r>
              <a:r>
                <a:rPr kumimoji="0" lang="en-US" altLang="zh-CN" b="0" i="0" u="none" strike="noStrike" kern="1200" cap="none" spc="0" normalizeH="0" baseline="0" noProof="0" dirty="0">
                  <a:ln>
                    <a:noFill/>
                  </a:ln>
                  <a:solidFill>
                    <a:srgbClr val="00156C"/>
                  </a:solidFill>
                  <a:effectLst/>
                  <a:uLnTx/>
                  <a:uFillTx/>
                  <a:latin typeface="+mn-ea"/>
                  <a:cs typeface="+mn-ea"/>
                </a:rPr>
                <a:t>RESTful API</a:t>
              </a:r>
              <a:r>
                <a:rPr kumimoji="0" lang="zh-CN" alt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00156C"/>
                  </a:solidFill>
                  <a:effectLst/>
                  <a:uLnTx/>
                  <a:uFillTx/>
                  <a:latin typeface="+mn-ea"/>
                  <a:cs typeface="+mn-ea"/>
                </a:rPr>
                <a:t>，后端连接</a:t>
              </a:r>
              <a:r>
                <a:rPr kumimoji="0" lang="en-US" altLang="zh-CN" b="0" i="0" u="none" strike="noStrike" kern="1200" cap="none" spc="0" normalizeH="0" baseline="0" noProof="0" dirty="0">
                  <a:ln>
                    <a:noFill/>
                  </a:ln>
                  <a:solidFill>
                    <a:srgbClr val="00156C"/>
                  </a:solidFill>
                  <a:effectLst/>
                  <a:uLnTx/>
                  <a:uFillTx/>
                  <a:latin typeface="+mn-ea"/>
                  <a:cs typeface="+mn-ea"/>
                </a:rPr>
                <a:t>MySQL</a:t>
              </a:r>
              <a:r>
                <a:rPr kumimoji="0" lang="zh-CN" alt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00156C"/>
                  </a:solidFill>
                  <a:effectLst/>
                  <a:uLnTx/>
                  <a:uFillTx/>
                  <a:latin typeface="+mn-ea"/>
                  <a:cs typeface="+mn-ea"/>
                </a:rPr>
                <a:t>数据库。</a:t>
              </a:r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8041B2FF-99F9-3DC5-5329-46BA0E677879}"/>
              </a:ext>
            </a:extLst>
          </p:cNvPr>
          <p:cNvGrpSpPr/>
          <p:nvPr/>
        </p:nvGrpSpPr>
        <p:grpSpPr>
          <a:xfrm>
            <a:off x="830270" y="1934848"/>
            <a:ext cx="10235814" cy="4112133"/>
            <a:chOff x="897377" y="1274473"/>
            <a:chExt cx="10235814" cy="4112133"/>
          </a:xfrm>
        </p:grpSpPr>
        <p:sp>
          <p:nvSpPr>
            <p:cNvPr id="26" name="左中括号 25">
              <a:extLst>
                <a:ext uri="{FF2B5EF4-FFF2-40B4-BE49-F238E27FC236}">
                  <a16:creationId xmlns:a16="http://schemas.microsoft.com/office/drawing/2014/main" id="{C9780B81-87C8-47E3-E81D-2D9A53C467A9}"/>
                </a:ext>
              </a:extLst>
            </p:cNvPr>
            <p:cNvSpPr/>
            <p:nvPr/>
          </p:nvSpPr>
          <p:spPr>
            <a:xfrm>
              <a:off x="3235843" y="1284506"/>
              <a:ext cx="531368" cy="4102100"/>
            </a:xfrm>
            <a:prstGeom prst="leftBracket">
              <a:avLst>
                <a:gd name="adj" fmla="val 106991"/>
              </a:avLst>
            </a:prstGeom>
            <a:noFill/>
            <a:ln w="41275">
              <a:solidFill>
                <a:srgbClr val="122E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C54D3687-4A78-2C85-19C9-8CD234639ED7}"/>
                </a:ext>
              </a:extLst>
            </p:cNvPr>
            <p:cNvGrpSpPr/>
            <p:nvPr/>
          </p:nvGrpSpPr>
          <p:grpSpPr>
            <a:xfrm>
              <a:off x="4184926" y="1274473"/>
              <a:ext cx="6948265" cy="1159456"/>
              <a:chOff x="4367402" y="1090552"/>
              <a:chExt cx="6948265" cy="1159456"/>
            </a:xfrm>
          </p:grpSpPr>
          <p:sp>
            <p:nvSpPr>
              <p:cNvPr id="39" name="矩形 38">
                <a:extLst>
                  <a:ext uri="{FF2B5EF4-FFF2-40B4-BE49-F238E27FC236}">
                    <a16:creationId xmlns:a16="http://schemas.microsoft.com/office/drawing/2014/main" id="{D453F1A7-8B37-2C6A-7EDA-D553012B473C}"/>
                  </a:ext>
                </a:extLst>
              </p:cNvPr>
              <p:cNvSpPr/>
              <p:nvPr/>
            </p:nvSpPr>
            <p:spPr>
              <a:xfrm>
                <a:off x="4367402" y="1090552"/>
                <a:ext cx="6948265" cy="115945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50800" dist="38100" dir="4200000" sx="101000" sy="101000" algn="tl" rotWithShape="0">
                  <a:prstClr val="black">
                    <a:alpha val="18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Clr>
                    <a:srgbClr val="0E419C"/>
                  </a:buClr>
                </a:pPr>
                <a:endParaRPr lang="en-US" altLang="zh-CN" noProof="1">
                  <a:solidFill>
                    <a:srgbClr val="122E66"/>
                  </a:solidFill>
                  <a:latin typeface="+mj-ea"/>
                  <a:ea typeface="+mj-ea"/>
                  <a:cs typeface="Arial" panose="020B0604020202020204" pitchFamily="34" charset="0"/>
                  <a:sym typeface="Segoe UI Symbol" panose="020B0502040204020203" pitchFamily="34" charset="0"/>
                </a:endParaRPr>
              </a:p>
              <a:p>
                <a:pPr>
                  <a:buClr>
                    <a:srgbClr val="0E419C"/>
                  </a:buClr>
                </a:pPr>
                <a:endParaRPr lang="en-US" altLang="zh-CN" sz="1600" noProof="1">
                  <a:solidFill>
                    <a:srgbClr val="122E66"/>
                  </a:solidFill>
                  <a:latin typeface="Arial" panose="020B0604020202020204" pitchFamily="34" charset="0"/>
                  <a:ea typeface="Open Sans Light" panose="020B0306030504020204" pitchFamily="34" charset="0"/>
                  <a:cs typeface="Arial" panose="020B0604020202020204" pitchFamily="34" charset="0"/>
                  <a:sym typeface="Segoe UI Symbol" panose="020B0502040204020203" pitchFamily="34" charset="0"/>
                </a:endParaRPr>
              </a:p>
            </p:txBody>
          </p:sp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A3B2520D-0523-45C5-D918-E822C90C3437}"/>
                  </a:ext>
                </a:extLst>
              </p:cNvPr>
              <p:cNvSpPr txBox="1"/>
              <p:nvPr/>
            </p:nvSpPr>
            <p:spPr>
              <a:xfrm>
                <a:off x="4509385" y="1432736"/>
                <a:ext cx="666429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buClr>
                    <a:srgbClr val="0E419C"/>
                  </a:buClr>
                </a:pPr>
                <a:r>
                  <a:rPr kumimoji="0" lang="zh-CN" altLang="en-US" sz="1800" b="0" i="0" u="none" strike="noStrike" kern="1200" cap="none" spc="0" normalizeH="0" baseline="0" noProof="1">
                    <a:ln>
                      <a:noFill/>
                    </a:ln>
                    <a:solidFill>
                      <a:srgbClr val="122E66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Open Sans Light" panose="020B0306030504020204" pitchFamily="34" charset="0"/>
                    <a:cs typeface="Arial" panose="020B0604020202020204" pitchFamily="34" charset="0"/>
                    <a:sym typeface="Segoe UI Symbol" panose="020B0502040204020203" pitchFamily="34" charset="0"/>
                  </a:rPr>
                  <a:t>后端：</a:t>
                </a:r>
                <a:r>
                  <a:rPr kumimoji="0" lang="en-US" altLang="zh-CN" sz="1800" b="0" i="0" u="none" strike="noStrike" kern="1200" cap="none" spc="0" normalizeH="0" baseline="0" noProof="1">
                    <a:ln>
                      <a:noFill/>
                    </a:ln>
                    <a:solidFill>
                      <a:srgbClr val="122E66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Open Sans Light" panose="020B0306030504020204" pitchFamily="34" charset="0"/>
                    <a:cs typeface="Arial" panose="020B0604020202020204" pitchFamily="34" charset="0"/>
                    <a:sym typeface="Segoe UI Symbol" panose="020B0502040204020203" pitchFamily="34" charset="0"/>
                  </a:rPr>
                  <a:t>Java 17 + Spring Boot 2.7.x + MyBatis-Plus</a:t>
                </a:r>
              </a:p>
            </p:txBody>
          </p:sp>
        </p:grpSp>
        <p:grpSp>
          <p:nvGrpSpPr>
            <p:cNvPr id="28" name="组合 27">
              <a:extLst>
                <a:ext uri="{FF2B5EF4-FFF2-40B4-BE49-F238E27FC236}">
                  <a16:creationId xmlns:a16="http://schemas.microsoft.com/office/drawing/2014/main" id="{56B5293F-9788-96F2-E825-1A9C64D1058C}"/>
                </a:ext>
              </a:extLst>
            </p:cNvPr>
            <p:cNvGrpSpPr/>
            <p:nvPr/>
          </p:nvGrpSpPr>
          <p:grpSpPr>
            <a:xfrm>
              <a:off x="4184926" y="2750812"/>
              <a:ext cx="6948265" cy="1159456"/>
              <a:chOff x="4367402" y="1090552"/>
              <a:chExt cx="6948265" cy="1159456"/>
            </a:xfrm>
          </p:grpSpPr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58EEB6FF-2A31-EA2F-D01C-FCBFE144D629}"/>
                  </a:ext>
                </a:extLst>
              </p:cNvPr>
              <p:cNvSpPr/>
              <p:nvPr/>
            </p:nvSpPr>
            <p:spPr>
              <a:xfrm>
                <a:off x="4367402" y="1090552"/>
                <a:ext cx="6948265" cy="115945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50800" dist="38100" dir="4200000" sx="101000" sy="101000" algn="tl" rotWithShape="0">
                  <a:prstClr val="black">
                    <a:alpha val="18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Clr>
                    <a:srgbClr val="0E419C"/>
                  </a:buClr>
                </a:pPr>
                <a:endParaRPr lang="en-US" altLang="zh-CN" noProof="1">
                  <a:solidFill>
                    <a:srgbClr val="122E66"/>
                  </a:solidFill>
                  <a:latin typeface="+mj-ea"/>
                  <a:ea typeface="+mj-ea"/>
                  <a:cs typeface="Arial" panose="020B0604020202020204" pitchFamily="34" charset="0"/>
                  <a:sym typeface="Segoe UI Symbol" panose="020B0502040204020203" pitchFamily="34" charset="0"/>
                </a:endParaRPr>
              </a:p>
              <a:p>
                <a:pPr>
                  <a:buClr>
                    <a:srgbClr val="0E419C"/>
                  </a:buClr>
                </a:pPr>
                <a:endParaRPr lang="en-US" altLang="zh-CN" sz="1600" noProof="1">
                  <a:solidFill>
                    <a:srgbClr val="122E66"/>
                  </a:solidFill>
                  <a:latin typeface="Arial" panose="020B0604020202020204" pitchFamily="34" charset="0"/>
                  <a:ea typeface="Open Sans Light" panose="020B0306030504020204" pitchFamily="34" charset="0"/>
                  <a:cs typeface="Arial" panose="020B0604020202020204" pitchFamily="34" charset="0"/>
                  <a:sym typeface="Segoe UI Symbol" panose="020B0502040204020203" pitchFamily="34" charset="0"/>
                </a:endParaRPr>
              </a:p>
            </p:txBody>
          </p:sp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9919C3CE-13E1-E545-8FEB-D9138352D2AC}"/>
                  </a:ext>
                </a:extLst>
              </p:cNvPr>
              <p:cNvSpPr txBox="1"/>
              <p:nvPr/>
            </p:nvSpPr>
            <p:spPr>
              <a:xfrm>
                <a:off x="4550416" y="1441535"/>
                <a:ext cx="666429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buClr>
                    <a:srgbClr val="0E419C"/>
                  </a:buClr>
                </a:pPr>
                <a:r>
                  <a:rPr kumimoji="0" lang="zh-CN" altLang="fr-FR" sz="1800" b="0" i="0" u="none" strike="noStrike" kern="1200" cap="none" spc="0" normalizeH="0" baseline="0" noProof="1">
                    <a:ln>
                      <a:noFill/>
                    </a:ln>
                    <a:solidFill>
                      <a:srgbClr val="122E66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Open Sans Light" panose="020B0306030504020204" pitchFamily="34" charset="0"/>
                    <a:cs typeface="Arial" panose="020B0604020202020204" pitchFamily="34" charset="0"/>
                    <a:sym typeface="Segoe UI Symbol" panose="020B0502040204020203" pitchFamily="34" charset="0"/>
                  </a:rPr>
                  <a:t>前端：</a:t>
                </a:r>
                <a:r>
                  <a:rPr kumimoji="0" lang="fr-FR" altLang="zh-CN" sz="1800" b="0" i="0" u="none" strike="noStrike" kern="1200" cap="none" spc="0" normalizeH="0" baseline="0" noProof="1">
                    <a:ln>
                      <a:noFill/>
                    </a:ln>
                    <a:solidFill>
                      <a:srgbClr val="122E66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Open Sans Light" panose="020B0306030504020204" pitchFamily="34" charset="0"/>
                    <a:cs typeface="Arial" panose="020B0604020202020204" pitchFamily="34" charset="0"/>
                    <a:sym typeface="Segoe UI Symbol" panose="020B0502040204020203" pitchFamily="34" charset="0"/>
                  </a:rPr>
                  <a:t>Vue3 + Vite + Element Plus + Vue Router + Axios + Pinia</a:t>
                </a:r>
                <a:endPara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rgbClr val="122E66"/>
                  </a:solidFill>
                  <a:effectLst/>
                  <a:uLnTx/>
                  <a:uFillTx/>
                  <a:latin typeface="Arial" panose="020B0604020202020204" pitchFamily="34" charset="0"/>
                  <a:ea typeface="Open Sans Light" panose="020B0306030504020204" pitchFamily="34" charset="0"/>
                  <a:cs typeface="Arial" panose="020B0604020202020204" pitchFamily="34" charset="0"/>
                  <a:sym typeface="Segoe UI Symbol" panose="020B0502040204020203" pitchFamily="34" charset="0"/>
                </a:endParaRPr>
              </a:p>
            </p:txBody>
          </p:sp>
        </p:grpSp>
        <p:grpSp>
          <p:nvGrpSpPr>
            <p:cNvPr id="31" name="组合 30">
              <a:extLst>
                <a:ext uri="{FF2B5EF4-FFF2-40B4-BE49-F238E27FC236}">
                  <a16:creationId xmlns:a16="http://schemas.microsoft.com/office/drawing/2014/main" id="{CC5858BC-2866-BE2C-9247-AB30CE54C98D}"/>
                </a:ext>
              </a:extLst>
            </p:cNvPr>
            <p:cNvGrpSpPr/>
            <p:nvPr/>
          </p:nvGrpSpPr>
          <p:grpSpPr>
            <a:xfrm>
              <a:off x="4184926" y="4227150"/>
              <a:ext cx="6948265" cy="1159456"/>
              <a:chOff x="4367402" y="1090552"/>
              <a:chExt cx="6948265" cy="1159456"/>
            </a:xfrm>
          </p:grpSpPr>
          <p:sp>
            <p:nvSpPr>
              <p:cNvPr id="35" name="矩形 34">
                <a:extLst>
                  <a:ext uri="{FF2B5EF4-FFF2-40B4-BE49-F238E27FC236}">
                    <a16:creationId xmlns:a16="http://schemas.microsoft.com/office/drawing/2014/main" id="{C6B846D8-E19E-7E9F-4A08-35DEA8FD60DF}"/>
                  </a:ext>
                </a:extLst>
              </p:cNvPr>
              <p:cNvSpPr/>
              <p:nvPr/>
            </p:nvSpPr>
            <p:spPr>
              <a:xfrm>
                <a:off x="4367402" y="1090552"/>
                <a:ext cx="6948265" cy="115945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50800" dist="38100" dir="4200000" sx="101000" sy="101000" algn="tl" rotWithShape="0">
                  <a:prstClr val="black">
                    <a:alpha val="18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Clr>
                    <a:srgbClr val="0E419C"/>
                  </a:buClr>
                </a:pPr>
                <a:endParaRPr lang="en-US" altLang="zh-CN" noProof="1">
                  <a:solidFill>
                    <a:srgbClr val="122E66"/>
                  </a:solidFill>
                  <a:latin typeface="+mj-ea"/>
                  <a:ea typeface="+mj-ea"/>
                  <a:cs typeface="Arial" panose="020B0604020202020204" pitchFamily="34" charset="0"/>
                  <a:sym typeface="Segoe UI Symbol" panose="020B0502040204020203" pitchFamily="34" charset="0"/>
                </a:endParaRPr>
              </a:p>
              <a:p>
                <a:pPr>
                  <a:buClr>
                    <a:srgbClr val="0E419C"/>
                  </a:buClr>
                </a:pPr>
                <a:endParaRPr lang="en-US" altLang="zh-CN" sz="1600" noProof="1">
                  <a:solidFill>
                    <a:srgbClr val="122E66"/>
                  </a:solidFill>
                  <a:latin typeface="Arial" panose="020B0604020202020204" pitchFamily="34" charset="0"/>
                  <a:ea typeface="Open Sans Light" panose="020B0306030504020204" pitchFamily="34" charset="0"/>
                  <a:cs typeface="Arial" panose="020B0604020202020204" pitchFamily="34" charset="0"/>
                  <a:sym typeface="Segoe UI Symbol" panose="020B0502040204020203" pitchFamily="34" charset="0"/>
                </a:endParaRPr>
              </a:p>
            </p:txBody>
          </p:sp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7EC044BB-CB8B-3225-027B-49DD1A7597B5}"/>
                  </a:ext>
                </a:extLst>
              </p:cNvPr>
              <p:cNvSpPr txBox="1"/>
              <p:nvPr/>
            </p:nvSpPr>
            <p:spPr>
              <a:xfrm>
                <a:off x="4509385" y="1485614"/>
                <a:ext cx="666429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buClr>
                    <a:srgbClr val="0E419C"/>
                  </a:buClr>
                </a:pPr>
                <a:r>
                  <a:rPr kumimoji="0" lang="zh-CN" altLang="en-US" sz="1800" b="0" i="0" u="none" strike="noStrike" kern="1200" cap="none" spc="0" normalizeH="0" baseline="0" noProof="1">
                    <a:ln>
                      <a:noFill/>
                    </a:ln>
                    <a:solidFill>
                      <a:srgbClr val="122E66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Open Sans Light" panose="020B0306030504020204" pitchFamily="34" charset="0"/>
                    <a:cs typeface="Arial" panose="020B0604020202020204" pitchFamily="34" charset="0"/>
                    <a:sym typeface="Segoe UI Symbol" panose="020B0502040204020203" pitchFamily="34" charset="0"/>
                  </a:rPr>
                  <a:t>数据库：</a:t>
                </a:r>
                <a:r>
                  <a:rPr kumimoji="0" lang="en-US" altLang="zh-CN" sz="1800" b="0" i="0" u="none" strike="noStrike" kern="1200" cap="none" spc="0" normalizeH="0" baseline="0" noProof="1">
                    <a:ln>
                      <a:noFill/>
                    </a:ln>
                    <a:solidFill>
                      <a:srgbClr val="122E66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Open Sans Light" panose="020B0306030504020204" pitchFamily="34" charset="0"/>
                    <a:cs typeface="Arial" panose="020B0604020202020204" pitchFamily="34" charset="0"/>
                    <a:sym typeface="Segoe UI Symbol" panose="020B0502040204020203" pitchFamily="34" charset="0"/>
                  </a:rPr>
                  <a:t>MySQL 8.0</a:t>
                </a:r>
              </a:p>
            </p:txBody>
          </p:sp>
        </p:grp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9AFC953A-1642-98FB-2CEF-4205465ED0B1}"/>
                </a:ext>
              </a:extLst>
            </p:cNvPr>
            <p:cNvCxnSpPr>
              <a:cxnSpLocks/>
            </p:cNvCxnSpPr>
            <p:nvPr/>
          </p:nvCxnSpPr>
          <p:spPr>
            <a:xfrm>
              <a:off x="2506366" y="3231465"/>
              <a:ext cx="1260845" cy="0"/>
            </a:xfrm>
            <a:prstGeom prst="line">
              <a:avLst/>
            </a:prstGeom>
            <a:ln w="41275">
              <a:solidFill>
                <a:srgbClr val="122E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3" name="图形 32">
              <a:extLst>
                <a:ext uri="{FF2B5EF4-FFF2-40B4-BE49-F238E27FC236}">
                  <a16:creationId xmlns:a16="http://schemas.microsoft.com/office/drawing/2014/main" id="{3EE81038-2E8E-C49A-0F80-F82AF8289A7B}"/>
                </a:ext>
              </a:extLst>
            </p:cNvPr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97377" y="2997200"/>
              <a:ext cx="426129" cy="426129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31000"/>
                </a:prstClr>
              </a:outerShdw>
            </a:effectLst>
          </p:spPr>
        </p:pic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BEB6F48D-9DA4-C9CB-6657-FFE8A645C23D}"/>
                </a:ext>
              </a:extLst>
            </p:cNvPr>
            <p:cNvSpPr txBox="1"/>
            <p:nvPr/>
          </p:nvSpPr>
          <p:spPr>
            <a:xfrm>
              <a:off x="1335007" y="3077576"/>
              <a:ext cx="121058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spc="600" dirty="0">
                  <a:solidFill>
                    <a:srgbClr val="122E66"/>
                  </a:solidFill>
                </a:rPr>
                <a:t>主要技术</a:t>
              </a:r>
            </a:p>
          </p:txBody>
        </p:sp>
      </p:grpSp>
      <p:sp>
        <p:nvSpPr>
          <p:cNvPr id="11" name="箭头: 五边形 10">
            <a:extLst>
              <a:ext uri="{FF2B5EF4-FFF2-40B4-BE49-F238E27FC236}">
                <a16:creationId xmlns:a16="http://schemas.microsoft.com/office/drawing/2014/main" id="{AC431CAD-5F6F-6E3B-74BB-CC529EC2C218}"/>
              </a:ext>
            </a:extLst>
          </p:cNvPr>
          <p:cNvSpPr/>
          <p:nvPr/>
        </p:nvSpPr>
        <p:spPr>
          <a:xfrm>
            <a:off x="284421" y="6453336"/>
            <a:ext cx="1608856" cy="367807"/>
          </a:xfrm>
          <a:prstGeom prst="homePlat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cs typeface="+mn-ea"/>
              </a:rPr>
              <a:t>技术路线</a:t>
            </a:r>
          </a:p>
        </p:txBody>
      </p:sp>
    </p:spTree>
    <p:extLst>
      <p:ext uri="{BB962C8B-B14F-4D97-AF65-F5344CB8AC3E}">
        <p14:creationId xmlns:p14="http://schemas.microsoft.com/office/powerpoint/2010/main" val="26804912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ṡ1íḋe"/>
          <p:cNvSpPr/>
          <p:nvPr/>
        </p:nvSpPr>
        <p:spPr>
          <a:xfrm>
            <a:off x="-11552" y="-1"/>
            <a:ext cx="12215105" cy="620689"/>
          </a:xfrm>
          <a:prstGeom prst="rect">
            <a:avLst/>
          </a:prstGeom>
          <a:solidFill>
            <a:srgbClr val="0E41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5" name="iṡḻîdê"/>
          <p:cNvSpPr/>
          <p:nvPr/>
        </p:nvSpPr>
        <p:spPr>
          <a:xfrm>
            <a:off x="0" y="0"/>
            <a:ext cx="12192000" cy="3445288"/>
          </a:xfrm>
          <a:prstGeom prst="rect">
            <a:avLst/>
          </a:prstGeom>
          <a:solidFill>
            <a:srgbClr val="122E66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9" name="iš1íḍè"/>
          <p:cNvSpPr/>
          <p:nvPr/>
        </p:nvSpPr>
        <p:spPr>
          <a:xfrm>
            <a:off x="291588" y="467538"/>
            <a:ext cx="11608824" cy="59555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1600" sx="101000" sy="101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500" b="1" i="0" u="none" strike="noStrike" kern="1200" cap="none" spc="30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035D2321-05FE-9F25-86C1-AEFCCDE9F710}"/>
              </a:ext>
            </a:extLst>
          </p:cNvPr>
          <p:cNvGrpSpPr/>
          <p:nvPr/>
        </p:nvGrpSpPr>
        <p:grpSpPr>
          <a:xfrm>
            <a:off x="707718" y="813975"/>
            <a:ext cx="3828219" cy="430887"/>
            <a:chOff x="707718" y="813975"/>
            <a:chExt cx="3828219" cy="430887"/>
          </a:xfrm>
        </p:grpSpPr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D19D9943-2FC6-8BAB-6D63-95EB695E6EA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7718" y="856366"/>
              <a:ext cx="0" cy="355445"/>
            </a:xfrm>
            <a:prstGeom prst="line">
              <a:avLst/>
            </a:prstGeom>
            <a:ln w="79375">
              <a:solidFill>
                <a:srgbClr val="122E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361DDB0D-F6B0-8357-BAF3-6B13EA04797F}"/>
                </a:ext>
              </a:extLst>
            </p:cNvPr>
            <p:cNvSpPr txBox="1"/>
            <p:nvPr/>
          </p:nvSpPr>
          <p:spPr>
            <a:xfrm>
              <a:off x="841558" y="813975"/>
              <a:ext cx="3694379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srgbClr val="00156C"/>
                  </a:solidFill>
                  <a:effectLst/>
                  <a:uLnTx/>
                  <a:uFillTx/>
                  <a:latin typeface="+mn-ea"/>
                  <a:cs typeface="+mn-ea"/>
                </a:rPr>
                <a:t>数据设计初步考虑</a:t>
              </a:r>
            </a:p>
          </p:txBody>
        </p:sp>
      </p:grpSp>
      <p:sp>
        <p:nvSpPr>
          <p:cNvPr id="25" name="椭圆 24">
            <a:extLst>
              <a:ext uri="{FF2B5EF4-FFF2-40B4-BE49-F238E27FC236}">
                <a16:creationId xmlns:a16="http://schemas.microsoft.com/office/drawing/2014/main" id="{D2A9704A-0D8E-E35A-32ED-767A49D63079}"/>
              </a:ext>
            </a:extLst>
          </p:cNvPr>
          <p:cNvSpPr/>
          <p:nvPr/>
        </p:nvSpPr>
        <p:spPr>
          <a:xfrm>
            <a:off x="1627715" y="2919942"/>
            <a:ext cx="120647" cy="120647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EB59CB66-8113-D005-E0FA-5C881F6E8CEB}"/>
              </a:ext>
            </a:extLst>
          </p:cNvPr>
          <p:cNvSpPr/>
          <p:nvPr/>
        </p:nvSpPr>
        <p:spPr>
          <a:xfrm>
            <a:off x="3865504" y="2919942"/>
            <a:ext cx="120647" cy="120647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321A8E0D-46F6-1988-D008-2DC57DA67B07}"/>
              </a:ext>
            </a:extLst>
          </p:cNvPr>
          <p:cNvSpPr/>
          <p:nvPr/>
        </p:nvSpPr>
        <p:spPr>
          <a:xfrm>
            <a:off x="6103293" y="2919942"/>
            <a:ext cx="120647" cy="120647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8C213CDE-4194-3B60-AFD5-15E0851AF1F2}"/>
              </a:ext>
            </a:extLst>
          </p:cNvPr>
          <p:cNvSpPr/>
          <p:nvPr/>
        </p:nvSpPr>
        <p:spPr>
          <a:xfrm>
            <a:off x="8341082" y="2919942"/>
            <a:ext cx="120647" cy="120647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CB537B3C-3EB6-7241-6E37-3F4F87372DCD}"/>
              </a:ext>
            </a:extLst>
          </p:cNvPr>
          <p:cNvSpPr/>
          <p:nvPr/>
        </p:nvSpPr>
        <p:spPr>
          <a:xfrm>
            <a:off x="10578870" y="2919942"/>
            <a:ext cx="120647" cy="120647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任意多边形: 形状 31">
            <a:extLst>
              <a:ext uri="{FF2B5EF4-FFF2-40B4-BE49-F238E27FC236}">
                <a16:creationId xmlns:a16="http://schemas.microsoft.com/office/drawing/2014/main" id="{B83A5D1B-1BDF-4052-29E7-2B3044B72AD8}"/>
              </a:ext>
            </a:extLst>
          </p:cNvPr>
          <p:cNvSpPr/>
          <p:nvPr/>
        </p:nvSpPr>
        <p:spPr>
          <a:xfrm>
            <a:off x="1267373" y="1768735"/>
            <a:ext cx="841330" cy="875724"/>
          </a:xfrm>
          <a:custGeom>
            <a:avLst/>
            <a:gdLst>
              <a:gd name="connsiteX0" fmla="*/ 420665 w 841330"/>
              <a:gd name="connsiteY0" fmla="*/ 44060 h 875724"/>
              <a:gd name="connsiteX1" fmla="*/ 44060 w 841330"/>
              <a:gd name="connsiteY1" fmla="*/ 420665 h 875724"/>
              <a:gd name="connsiteX2" fmla="*/ 344766 w 841330"/>
              <a:gd name="connsiteY2" fmla="*/ 789619 h 875724"/>
              <a:gd name="connsiteX3" fmla="*/ 401034 w 841330"/>
              <a:gd name="connsiteY3" fmla="*/ 795291 h 875724"/>
              <a:gd name="connsiteX4" fmla="*/ 440296 w 841330"/>
              <a:gd name="connsiteY4" fmla="*/ 795291 h 875724"/>
              <a:gd name="connsiteX5" fmla="*/ 496564 w 841330"/>
              <a:gd name="connsiteY5" fmla="*/ 789619 h 875724"/>
              <a:gd name="connsiteX6" fmla="*/ 797270 w 841330"/>
              <a:gd name="connsiteY6" fmla="*/ 420665 h 875724"/>
              <a:gd name="connsiteX7" fmla="*/ 420665 w 841330"/>
              <a:gd name="connsiteY7" fmla="*/ 44060 h 875724"/>
              <a:gd name="connsiteX8" fmla="*/ 420665 w 841330"/>
              <a:gd name="connsiteY8" fmla="*/ 0 h 875724"/>
              <a:gd name="connsiteX9" fmla="*/ 841330 w 841330"/>
              <a:gd name="connsiteY9" fmla="*/ 420665 h 875724"/>
              <a:gd name="connsiteX10" fmla="*/ 505444 w 841330"/>
              <a:gd name="connsiteY10" fmla="*/ 832784 h 875724"/>
              <a:gd name="connsiteX11" fmla="*/ 485313 w 841330"/>
              <a:gd name="connsiteY11" fmla="*/ 834813 h 875724"/>
              <a:gd name="connsiteX12" fmla="*/ 411027 w 841330"/>
              <a:gd name="connsiteY12" fmla="*/ 875724 h 875724"/>
              <a:gd name="connsiteX13" fmla="*/ 329400 w 841330"/>
              <a:gd name="connsiteY13" fmla="*/ 830770 h 875724"/>
              <a:gd name="connsiteX14" fmla="*/ 256923 w 841330"/>
              <a:gd name="connsiteY14" fmla="*/ 808272 h 875724"/>
              <a:gd name="connsiteX15" fmla="*/ 0 w 841330"/>
              <a:gd name="connsiteY15" fmla="*/ 420665 h 875724"/>
              <a:gd name="connsiteX16" fmla="*/ 420665 w 841330"/>
              <a:gd name="connsiteY16" fmla="*/ 0 h 8757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841330" h="875724">
                <a:moveTo>
                  <a:pt x="420665" y="44060"/>
                </a:moveTo>
                <a:cubicBezTo>
                  <a:pt x="212672" y="44060"/>
                  <a:pt x="44060" y="212672"/>
                  <a:pt x="44060" y="420665"/>
                </a:cubicBezTo>
                <a:cubicBezTo>
                  <a:pt x="44060" y="602659"/>
                  <a:pt x="173154" y="754502"/>
                  <a:pt x="344766" y="789619"/>
                </a:cubicBezTo>
                <a:lnTo>
                  <a:pt x="401034" y="795291"/>
                </a:lnTo>
                <a:lnTo>
                  <a:pt x="440296" y="795291"/>
                </a:lnTo>
                <a:lnTo>
                  <a:pt x="496564" y="789619"/>
                </a:lnTo>
                <a:cubicBezTo>
                  <a:pt x="668177" y="754502"/>
                  <a:pt x="797270" y="602659"/>
                  <a:pt x="797270" y="420665"/>
                </a:cubicBezTo>
                <a:cubicBezTo>
                  <a:pt x="797270" y="212672"/>
                  <a:pt x="628658" y="44060"/>
                  <a:pt x="420665" y="44060"/>
                </a:cubicBezTo>
                <a:close/>
                <a:moveTo>
                  <a:pt x="420665" y="0"/>
                </a:moveTo>
                <a:cubicBezTo>
                  <a:pt x="652992" y="0"/>
                  <a:pt x="841330" y="188338"/>
                  <a:pt x="841330" y="420665"/>
                </a:cubicBezTo>
                <a:cubicBezTo>
                  <a:pt x="841330" y="623951"/>
                  <a:pt x="697134" y="793558"/>
                  <a:pt x="505444" y="832784"/>
                </a:cubicBezTo>
                <a:lnTo>
                  <a:pt x="485313" y="834813"/>
                </a:lnTo>
                <a:lnTo>
                  <a:pt x="411027" y="875724"/>
                </a:lnTo>
                <a:lnTo>
                  <a:pt x="329400" y="830770"/>
                </a:lnTo>
                <a:lnTo>
                  <a:pt x="256923" y="808272"/>
                </a:lnTo>
                <a:cubicBezTo>
                  <a:pt x="105940" y="744412"/>
                  <a:pt x="0" y="594910"/>
                  <a:pt x="0" y="420665"/>
                </a:cubicBezTo>
                <a:cubicBezTo>
                  <a:pt x="0" y="188338"/>
                  <a:pt x="188338" y="0"/>
                  <a:pt x="420665" y="0"/>
                </a:cubicBezTo>
                <a:close/>
              </a:path>
            </a:pathLst>
          </a:custGeom>
          <a:solidFill>
            <a:srgbClr val="122E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3" name="business-report-with-growth_28700">
            <a:extLst>
              <a:ext uri="{FF2B5EF4-FFF2-40B4-BE49-F238E27FC236}">
                <a16:creationId xmlns:a16="http://schemas.microsoft.com/office/drawing/2014/main" id="{8F326044-BD9A-D417-6E1E-D87187761038}"/>
              </a:ext>
            </a:extLst>
          </p:cNvPr>
          <p:cNvSpPr/>
          <p:nvPr/>
        </p:nvSpPr>
        <p:spPr>
          <a:xfrm>
            <a:off x="1522822" y="2064309"/>
            <a:ext cx="330431" cy="284576"/>
          </a:xfrm>
          <a:custGeom>
            <a:avLst/>
            <a:gdLst>
              <a:gd name="connsiteX0" fmla="*/ 234945 w 604604"/>
              <a:gd name="connsiteY0" fmla="*/ 497949 h 520702"/>
              <a:gd name="connsiteX1" fmla="*/ 234945 w 604604"/>
              <a:gd name="connsiteY1" fmla="*/ 506406 h 520702"/>
              <a:gd name="connsiteX2" fmla="*/ 369861 w 604604"/>
              <a:gd name="connsiteY2" fmla="*/ 506406 h 520702"/>
              <a:gd name="connsiteX3" fmla="*/ 369861 w 604604"/>
              <a:gd name="connsiteY3" fmla="*/ 497949 h 520702"/>
              <a:gd name="connsiteX4" fmla="*/ 234945 w 604604"/>
              <a:gd name="connsiteY4" fmla="*/ 474995 h 520702"/>
              <a:gd name="connsiteX5" fmla="*/ 234945 w 604604"/>
              <a:gd name="connsiteY5" fmla="*/ 483451 h 520702"/>
              <a:gd name="connsiteX6" fmla="*/ 369861 w 604604"/>
              <a:gd name="connsiteY6" fmla="*/ 483451 h 520702"/>
              <a:gd name="connsiteX7" fmla="*/ 369861 w 604604"/>
              <a:gd name="connsiteY7" fmla="*/ 474995 h 520702"/>
              <a:gd name="connsiteX8" fmla="*/ 332956 w 604604"/>
              <a:gd name="connsiteY8" fmla="*/ 474995 h 520702"/>
              <a:gd name="connsiteX9" fmla="*/ 271649 w 604604"/>
              <a:gd name="connsiteY9" fmla="*/ 474995 h 520702"/>
              <a:gd name="connsiteX10" fmla="*/ 278909 w 604604"/>
              <a:gd name="connsiteY10" fmla="*/ 412575 h 520702"/>
              <a:gd name="connsiteX11" fmla="*/ 278909 w 604604"/>
              <a:gd name="connsiteY11" fmla="*/ 460698 h 520702"/>
              <a:gd name="connsiteX12" fmla="*/ 325898 w 604604"/>
              <a:gd name="connsiteY12" fmla="*/ 460698 h 520702"/>
              <a:gd name="connsiteX13" fmla="*/ 325898 w 604604"/>
              <a:gd name="connsiteY13" fmla="*/ 412575 h 520702"/>
              <a:gd name="connsiteX14" fmla="*/ 514240 w 604604"/>
              <a:gd name="connsiteY14" fmla="*/ 83556 h 520702"/>
              <a:gd name="connsiteX15" fmla="*/ 515047 w 604604"/>
              <a:gd name="connsiteY15" fmla="*/ 93624 h 520702"/>
              <a:gd name="connsiteX16" fmla="*/ 416238 w 604604"/>
              <a:gd name="connsiteY16" fmla="*/ 210807 h 520702"/>
              <a:gd name="connsiteX17" fmla="*/ 415029 w 604604"/>
              <a:gd name="connsiteY17" fmla="*/ 211813 h 520702"/>
              <a:gd name="connsiteX18" fmla="*/ 414020 w 604604"/>
              <a:gd name="connsiteY18" fmla="*/ 212619 h 520702"/>
              <a:gd name="connsiteX19" fmla="*/ 410794 w 604604"/>
              <a:gd name="connsiteY19" fmla="*/ 213424 h 520702"/>
              <a:gd name="connsiteX20" fmla="*/ 407769 w 604604"/>
              <a:gd name="connsiteY20" fmla="*/ 212820 h 520702"/>
              <a:gd name="connsiteX21" fmla="*/ 407366 w 604604"/>
              <a:gd name="connsiteY21" fmla="*/ 212619 h 520702"/>
              <a:gd name="connsiteX22" fmla="*/ 348484 w 604604"/>
              <a:gd name="connsiteY22" fmla="*/ 182014 h 520702"/>
              <a:gd name="connsiteX23" fmla="*/ 272664 w 604604"/>
              <a:gd name="connsiteY23" fmla="*/ 261747 h 520702"/>
              <a:gd name="connsiteX24" fmla="*/ 272462 w 604604"/>
              <a:gd name="connsiteY24" fmla="*/ 261747 h 520702"/>
              <a:gd name="connsiteX25" fmla="*/ 272462 w 604604"/>
              <a:gd name="connsiteY25" fmla="*/ 261948 h 520702"/>
              <a:gd name="connsiteX26" fmla="*/ 271051 w 604604"/>
              <a:gd name="connsiteY26" fmla="*/ 262955 h 520702"/>
              <a:gd name="connsiteX27" fmla="*/ 270244 w 604604"/>
              <a:gd name="connsiteY27" fmla="*/ 263358 h 520702"/>
              <a:gd name="connsiteX28" fmla="*/ 267421 w 604604"/>
              <a:gd name="connsiteY28" fmla="*/ 263962 h 520702"/>
              <a:gd name="connsiteX29" fmla="*/ 264800 w 604604"/>
              <a:gd name="connsiteY29" fmla="*/ 263358 h 520702"/>
              <a:gd name="connsiteX30" fmla="*/ 263993 w 604604"/>
              <a:gd name="connsiteY30" fmla="*/ 262955 h 520702"/>
              <a:gd name="connsiteX31" fmla="*/ 262380 w 604604"/>
              <a:gd name="connsiteY31" fmla="*/ 261948 h 520702"/>
              <a:gd name="connsiteX32" fmla="*/ 262380 w 604604"/>
              <a:gd name="connsiteY32" fmla="*/ 261747 h 520702"/>
              <a:gd name="connsiteX33" fmla="*/ 262178 w 604604"/>
              <a:gd name="connsiteY33" fmla="*/ 261747 h 520702"/>
              <a:gd name="connsiteX34" fmla="*/ 212169 w 604604"/>
              <a:gd name="connsiteY34" fmla="*/ 210203 h 520702"/>
              <a:gd name="connsiteX35" fmla="*/ 116184 w 604604"/>
              <a:gd name="connsiteY35" fmla="*/ 318728 h 520702"/>
              <a:gd name="connsiteX36" fmla="*/ 110941 w 604604"/>
              <a:gd name="connsiteY36" fmla="*/ 321144 h 520702"/>
              <a:gd name="connsiteX37" fmla="*/ 106101 w 604604"/>
              <a:gd name="connsiteY37" fmla="*/ 319332 h 520702"/>
              <a:gd name="connsiteX38" fmla="*/ 105496 w 604604"/>
              <a:gd name="connsiteY38" fmla="*/ 309063 h 520702"/>
              <a:gd name="connsiteX39" fmla="*/ 206523 w 604604"/>
              <a:gd name="connsiteY39" fmla="*/ 194900 h 520702"/>
              <a:gd name="connsiteX40" fmla="*/ 206724 w 604604"/>
              <a:gd name="connsiteY40" fmla="*/ 194699 h 520702"/>
              <a:gd name="connsiteX41" fmla="*/ 206926 w 604604"/>
              <a:gd name="connsiteY41" fmla="*/ 194498 h 520702"/>
              <a:gd name="connsiteX42" fmla="*/ 207934 w 604604"/>
              <a:gd name="connsiteY42" fmla="*/ 193894 h 520702"/>
              <a:gd name="connsiteX43" fmla="*/ 209144 w 604604"/>
              <a:gd name="connsiteY43" fmla="*/ 193088 h 520702"/>
              <a:gd name="connsiteX44" fmla="*/ 210354 w 604604"/>
              <a:gd name="connsiteY44" fmla="*/ 192686 h 520702"/>
              <a:gd name="connsiteX45" fmla="*/ 211766 w 604604"/>
              <a:gd name="connsiteY45" fmla="*/ 192484 h 520702"/>
              <a:gd name="connsiteX46" fmla="*/ 213177 w 604604"/>
              <a:gd name="connsiteY46" fmla="*/ 192686 h 520702"/>
              <a:gd name="connsiteX47" fmla="*/ 214589 w 604604"/>
              <a:gd name="connsiteY47" fmla="*/ 192887 h 520702"/>
              <a:gd name="connsiteX48" fmla="*/ 215799 w 604604"/>
              <a:gd name="connsiteY48" fmla="*/ 193692 h 520702"/>
              <a:gd name="connsiteX49" fmla="*/ 216807 w 604604"/>
              <a:gd name="connsiteY49" fmla="*/ 194296 h 520702"/>
              <a:gd name="connsiteX50" fmla="*/ 217009 w 604604"/>
              <a:gd name="connsiteY50" fmla="*/ 194498 h 520702"/>
              <a:gd name="connsiteX51" fmla="*/ 217210 w 604604"/>
              <a:gd name="connsiteY51" fmla="*/ 194699 h 520702"/>
              <a:gd name="connsiteX52" fmla="*/ 267421 w 604604"/>
              <a:gd name="connsiteY52" fmla="*/ 246244 h 520702"/>
              <a:gd name="connsiteX53" fmla="*/ 341628 w 604604"/>
              <a:gd name="connsiteY53" fmla="*/ 168122 h 520702"/>
              <a:gd name="connsiteX54" fmla="*/ 342031 w 604604"/>
              <a:gd name="connsiteY54" fmla="*/ 167920 h 520702"/>
              <a:gd name="connsiteX55" fmla="*/ 343241 w 604604"/>
              <a:gd name="connsiteY55" fmla="*/ 167115 h 520702"/>
              <a:gd name="connsiteX56" fmla="*/ 344250 w 604604"/>
              <a:gd name="connsiteY56" fmla="*/ 166511 h 520702"/>
              <a:gd name="connsiteX57" fmla="*/ 345661 w 604604"/>
              <a:gd name="connsiteY57" fmla="*/ 166108 h 520702"/>
              <a:gd name="connsiteX58" fmla="*/ 347073 w 604604"/>
              <a:gd name="connsiteY58" fmla="*/ 165907 h 520702"/>
              <a:gd name="connsiteX59" fmla="*/ 348283 w 604604"/>
              <a:gd name="connsiteY59" fmla="*/ 166108 h 520702"/>
              <a:gd name="connsiteX60" fmla="*/ 349896 w 604604"/>
              <a:gd name="connsiteY60" fmla="*/ 166712 h 520702"/>
              <a:gd name="connsiteX61" fmla="*/ 350299 w 604604"/>
              <a:gd name="connsiteY61" fmla="*/ 166712 h 520702"/>
              <a:gd name="connsiteX62" fmla="*/ 408979 w 604604"/>
              <a:gd name="connsiteY62" fmla="*/ 197115 h 520702"/>
              <a:gd name="connsiteX63" fmla="*/ 503956 w 604604"/>
              <a:gd name="connsiteY63" fmla="*/ 84362 h 520702"/>
              <a:gd name="connsiteX64" fmla="*/ 514240 w 604604"/>
              <a:gd name="connsiteY64" fmla="*/ 83556 h 520702"/>
              <a:gd name="connsiteX65" fmla="*/ 36099 w 604604"/>
              <a:gd name="connsiteY65" fmla="*/ 14498 h 520702"/>
              <a:gd name="connsiteX66" fmla="*/ 14520 w 604604"/>
              <a:gd name="connsiteY66" fmla="*/ 36042 h 520702"/>
              <a:gd name="connsiteX67" fmla="*/ 14520 w 604604"/>
              <a:gd name="connsiteY67" fmla="*/ 336664 h 520702"/>
              <a:gd name="connsiteX68" fmla="*/ 590286 w 604604"/>
              <a:gd name="connsiteY68" fmla="*/ 336664 h 520702"/>
              <a:gd name="connsiteX69" fmla="*/ 590286 w 604604"/>
              <a:gd name="connsiteY69" fmla="*/ 36042 h 520702"/>
              <a:gd name="connsiteX70" fmla="*/ 568505 w 604604"/>
              <a:gd name="connsiteY70" fmla="*/ 14498 h 520702"/>
              <a:gd name="connsiteX71" fmla="*/ 36099 w 604604"/>
              <a:gd name="connsiteY71" fmla="*/ 0 h 520702"/>
              <a:gd name="connsiteX72" fmla="*/ 568505 w 604604"/>
              <a:gd name="connsiteY72" fmla="*/ 0 h 520702"/>
              <a:gd name="connsiteX73" fmla="*/ 604604 w 604604"/>
              <a:gd name="connsiteY73" fmla="*/ 36042 h 520702"/>
              <a:gd name="connsiteX74" fmla="*/ 604604 w 604604"/>
              <a:gd name="connsiteY74" fmla="*/ 376532 h 520702"/>
              <a:gd name="connsiteX75" fmla="*/ 568505 w 604604"/>
              <a:gd name="connsiteY75" fmla="*/ 412575 h 520702"/>
              <a:gd name="connsiteX76" fmla="*/ 340216 w 604604"/>
              <a:gd name="connsiteY76" fmla="*/ 412575 h 520702"/>
              <a:gd name="connsiteX77" fmla="*/ 340216 w 604604"/>
              <a:gd name="connsiteY77" fmla="*/ 460698 h 520702"/>
              <a:gd name="connsiteX78" fmla="*/ 376920 w 604604"/>
              <a:gd name="connsiteY78" fmla="*/ 460698 h 520702"/>
              <a:gd name="connsiteX79" fmla="*/ 384180 w 604604"/>
              <a:gd name="connsiteY79" fmla="*/ 467746 h 520702"/>
              <a:gd name="connsiteX80" fmla="*/ 384180 w 604604"/>
              <a:gd name="connsiteY80" fmla="*/ 513453 h 520702"/>
              <a:gd name="connsiteX81" fmla="*/ 376920 w 604604"/>
              <a:gd name="connsiteY81" fmla="*/ 520702 h 520702"/>
              <a:gd name="connsiteX82" fmla="*/ 227685 w 604604"/>
              <a:gd name="connsiteY82" fmla="*/ 520702 h 520702"/>
              <a:gd name="connsiteX83" fmla="*/ 220425 w 604604"/>
              <a:gd name="connsiteY83" fmla="*/ 513453 h 520702"/>
              <a:gd name="connsiteX84" fmla="*/ 220425 w 604604"/>
              <a:gd name="connsiteY84" fmla="*/ 467746 h 520702"/>
              <a:gd name="connsiteX85" fmla="*/ 227685 w 604604"/>
              <a:gd name="connsiteY85" fmla="*/ 460698 h 520702"/>
              <a:gd name="connsiteX86" fmla="*/ 264388 w 604604"/>
              <a:gd name="connsiteY86" fmla="*/ 460698 h 520702"/>
              <a:gd name="connsiteX87" fmla="*/ 264388 w 604604"/>
              <a:gd name="connsiteY87" fmla="*/ 412575 h 520702"/>
              <a:gd name="connsiteX88" fmla="*/ 36099 w 604604"/>
              <a:gd name="connsiteY88" fmla="*/ 412575 h 520702"/>
              <a:gd name="connsiteX89" fmla="*/ 0 w 604604"/>
              <a:gd name="connsiteY89" fmla="*/ 376331 h 520702"/>
              <a:gd name="connsiteX90" fmla="*/ 0 w 604604"/>
              <a:gd name="connsiteY90" fmla="*/ 36042 h 520702"/>
              <a:gd name="connsiteX91" fmla="*/ 36099 w 604604"/>
              <a:gd name="connsiteY91" fmla="*/ 0 h 5207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</a:cxnLst>
            <a:rect l="l" t="t" r="r" b="b"/>
            <a:pathLst>
              <a:path w="604604" h="520702">
                <a:moveTo>
                  <a:pt x="234945" y="497949"/>
                </a:moveTo>
                <a:lnTo>
                  <a:pt x="234945" y="506406"/>
                </a:lnTo>
                <a:lnTo>
                  <a:pt x="369861" y="506406"/>
                </a:lnTo>
                <a:lnTo>
                  <a:pt x="369861" y="497949"/>
                </a:lnTo>
                <a:close/>
                <a:moveTo>
                  <a:pt x="234945" y="474995"/>
                </a:moveTo>
                <a:lnTo>
                  <a:pt x="234945" y="483451"/>
                </a:lnTo>
                <a:lnTo>
                  <a:pt x="369861" y="483451"/>
                </a:lnTo>
                <a:lnTo>
                  <a:pt x="369861" y="474995"/>
                </a:lnTo>
                <a:lnTo>
                  <a:pt x="332956" y="474995"/>
                </a:lnTo>
                <a:lnTo>
                  <a:pt x="271649" y="474995"/>
                </a:lnTo>
                <a:close/>
                <a:moveTo>
                  <a:pt x="278909" y="412575"/>
                </a:moveTo>
                <a:lnTo>
                  <a:pt x="278909" y="460698"/>
                </a:lnTo>
                <a:lnTo>
                  <a:pt x="325898" y="460698"/>
                </a:lnTo>
                <a:lnTo>
                  <a:pt x="325898" y="412575"/>
                </a:lnTo>
                <a:close/>
                <a:moveTo>
                  <a:pt x="514240" y="83556"/>
                </a:moveTo>
                <a:cubicBezTo>
                  <a:pt x="517265" y="85973"/>
                  <a:pt x="517668" y="90604"/>
                  <a:pt x="515047" y="93624"/>
                </a:cubicBezTo>
                <a:lnTo>
                  <a:pt x="416238" y="210807"/>
                </a:lnTo>
                <a:cubicBezTo>
                  <a:pt x="415835" y="211209"/>
                  <a:pt x="415432" y="211612"/>
                  <a:pt x="415029" y="211813"/>
                </a:cubicBezTo>
                <a:cubicBezTo>
                  <a:pt x="414625" y="212015"/>
                  <a:pt x="414424" y="212418"/>
                  <a:pt x="414020" y="212619"/>
                </a:cubicBezTo>
                <a:cubicBezTo>
                  <a:pt x="413012" y="213022"/>
                  <a:pt x="412004" y="213424"/>
                  <a:pt x="410794" y="213424"/>
                </a:cubicBezTo>
                <a:cubicBezTo>
                  <a:pt x="409786" y="213424"/>
                  <a:pt x="408777" y="213223"/>
                  <a:pt x="407769" y="212820"/>
                </a:cubicBezTo>
                <a:cubicBezTo>
                  <a:pt x="407769" y="212619"/>
                  <a:pt x="407568" y="212619"/>
                  <a:pt x="407366" y="212619"/>
                </a:cubicBezTo>
                <a:lnTo>
                  <a:pt x="348484" y="182014"/>
                </a:lnTo>
                <a:lnTo>
                  <a:pt x="272664" y="261747"/>
                </a:lnTo>
                <a:cubicBezTo>
                  <a:pt x="272664" y="261747"/>
                  <a:pt x="272664" y="261747"/>
                  <a:pt x="272462" y="261747"/>
                </a:cubicBezTo>
                <a:cubicBezTo>
                  <a:pt x="272462" y="261747"/>
                  <a:pt x="272462" y="261948"/>
                  <a:pt x="272462" y="261948"/>
                </a:cubicBezTo>
                <a:cubicBezTo>
                  <a:pt x="272059" y="262351"/>
                  <a:pt x="271454" y="262552"/>
                  <a:pt x="271051" y="262955"/>
                </a:cubicBezTo>
                <a:cubicBezTo>
                  <a:pt x="270647" y="262955"/>
                  <a:pt x="270446" y="263358"/>
                  <a:pt x="270244" y="263358"/>
                </a:cubicBezTo>
                <a:cubicBezTo>
                  <a:pt x="269236" y="263761"/>
                  <a:pt x="268429" y="263962"/>
                  <a:pt x="267421" y="263962"/>
                </a:cubicBezTo>
                <a:cubicBezTo>
                  <a:pt x="266413" y="263962"/>
                  <a:pt x="265606" y="263761"/>
                  <a:pt x="264800" y="263358"/>
                </a:cubicBezTo>
                <a:cubicBezTo>
                  <a:pt x="264396" y="263358"/>
                  <a:pt x="264195" y="263157"/>
                  <a:pt x="263993" y="262955"/>
                </a:cubicBezTo>
                <a:cubicBezTo>
                  <a:pt x="263388" y="262754"/>
                  <a:pt x="262985" y="262351"/>
                  <a:pt x="262380" y="261948"/>
                </a:cubicBezTo>
                <a:cubicBezTo>
                  <a:pt x="262380" y="261948"/>
                  <a:pt x="262380" y="261948"/>
                  <a:pt x="262380" y="261747"/>
                </a:cubicBezTo>
                <a:cubicBezTo>
                  <a:pt x="262380" y="261747"/>
                  <a:pt x="262178" y="261747"/>
                  <a:pt x="262178" y="261747"/>
                </a:cubicBezTo>
                <a:lnTo>
                  <a:pt x="212169" y="210203"/>
                </a:lnTo>
                <a:lnTo>
                  <a:pt x="116184" y="318728"/>
                </a:lnTo>
                <a:cubicBezTo>
                  <a:pt x="114772" y="320339"/>
                  <a:pt x="112756" y="321144"/>
                  <a:pt x="110941" y="321144"/>
                </a:cubicBezTo>
                <a:cubicBezTo>
                  <a:pt x="109126" y="321144"/>
                  <a:pt x="107513" y="320540"/>
                  <a:pt x="106101" y="319332"/>
                </a:cubicBezTo>
                <a:cubicBezTo>
                  <a:pt x="103077" y="316513"/>
                  <a:pt x="102673" y="312083"/>
                  <a:pt x="105496" y="309063"/>
                </a:cubicBezTo>
                <a:lnTo>
                  <a:pt x="206523" y="194900"/>
                </a:lnTo>
                <a:cubicBezTo>
                  <a:pt x="206724" y="194699"/>
                  <a:pt x="206724" y="194699"/>
                  <a:pt x="206724" y="194699"/>
                </a:cubicBezTo>
                <a:cubicBezTo>
                  <a:pt x="206926" y="194699"/>
                  <a:pt x="206926" y="194498"/>
                  <a:pt x="206926" y="194498"/>
                </a:cubicBezTo>
                <a:cubicBezTo>
                  <a:pt x="207329" y="194095"/>
                  <a:pt x="207531" y="194095"/>
                  <a:pt x="207934" y="193894"/>
                </a:cubicBezTo>
                <a:cubicBezTo>
                  <a:pt x="208338" y="193491"/>
                  <a:pt x="208741" y="193290"/>
                  <a:pt x="209144" y="193088"/>
                </a:cubicBezTo>
                <a:cubicBezTo>
                  <a:pt x="209548" y="192887"/>
                  <a:pt x="209951" y="192887"/>
                  <a:pt x="210354" y="192686"/>
                </a:cubicBezTo>
                <a:cubicBezTo>
                  <a:pt x="210959" y="192686"/>
                  <a:pt x="211362" y="192484"/>
                  <a:pt x="211766" y="192484"/>
                </a:cubicBezTo>
                <a:cubicBezTo>
                  <a:pt x="212371" y="192484"/>
                  <a:pt x="212774" y="192484"/>
                  <a:pt x="213177" y="192686"/>
                </a:cubicBezTo>
                <a:cubicBezTo>
                  <a:pt x="213581" y="192686"/>
                  <a:pt x="214186" y="192686"/>
                  <a:pt x="214589" y="192887"/>
                </a:cubicBezTo>
                <a:cubicBezTo>
                  <a:pt x="214992" y="193088"/>
                  <a:pt x="215395" y="193290"/>
                  <a:pt x="215799" y="193692"/>
                </a:cubicBezTo>
                <a:cubicBezTo>
                  <a:pt x="216202" y="193894"/>
                  <a:pt x="216404" y="193894"/>
                  <a:pt x="216807" y="194296"/>
                </a:cubicBezTo>
                <a:cubicBezTo>
                  <a:pt x="216807" y="194296"/>
                  <a:pt x="216807" y="194296"/>
                  <a:pt x="217009" y="194498"/>
                </a:cubicBezTo>
                <a:cubicBezTo>
                  <a:pt x="217009" y="194498"/>
                  <a:pt x="217210" y="194498"/>
                  <a:pt x="217210" y="194699"/>
                </a:cubicBezTo>
                <a:lnTo>
                  <a:pt x="267421" y="246244"/>
                </a:lnTo>
                <a:lnTo>
                  <a:pt x="341628" y="168122"/>
                </a:lnTo>
                <a:cubicBezTo>
                  <a:pt x="341628" y="168122"/>
                  <a:pt x="341830" y="168122"/>
                  <a:pt x="342031" y="167920"/>
                </a:cubicBezTo>
                <a:cubicBezTo>
                  <a:pt x="342233" y="167518"/>
                  <a:pt x="342838" y="167316"/>
                  <a:pt x="343241" y="167115"/>
                </a:cubicBezTo>
                <a:cubicBezTo>
                  <a:pt x="343645" y="166913"/>
                  <a:pt x="343846" y="166511"/>
                  <a:pt x="344250" y="166511"/>
                </a:cubicBezTo>
                <a:cubicBezTo>
                  <a:pt x="344854" y="166309"/>
                  <a:pt x="345258" y="166309"/>
                  <a:pt x="345661" y="166108"/>
                </a:cubicBezTo>
                <a:cubicBezTo>
                  <a:pt x="346064" y="166108"/>
                  <a:pt x="346669" y="165907"/>
                  <a:pt x="347073" y="165907"/>
                </a:cubicBezTo>
                <a:cubicBezTo>
                  <a:pt x="347476" y="165907"/>
                  <a:pt x="347879" y="166108"/>
                  <a:pt x="348283" y="166108"/>
                </a:cubicBezTo>
                <a:cubicBezTo>
                  <a:pt x="348887" y="166309"/>
                  <a:pt x="349291" y="166309"/>
                  <a:pt x="349896" y="166712"/>
                </a:cubicBezTo>
                <a:cubicBezTo>
                  <a:pt x="349896" y="166712"/>
                  <a:pt x="350097" y="166712"/>
                  <a:pt x="350299" y="166712"/>
                </a:cubicBezTo>
                <a:lnTo>
                  <a:pt x="408979" y="197115"/>
                </a:lnTo>
                <a:lnTo>
                  <a:pt x="503956" y="84362"/>
                </a:lnTo>
                <a:cubicBezTo>
                  <a:pt x="506578" y="81342"/>
                  <a:pt x="511014" y="80939"/>
                  <a:pt x="514240" y="83556"/>
                </a:cubicBezTo>
                <a:close/>
                <a:moveTo>
                  <a:pt x="36099" y="14498"/>
                </a:moveTo>
                <a:cubicBezTo>
                  <a:pt x="24200" y="14498"/>
                  <a:pt x="14520" y="24163"/>
                  <a:pt x="14520" y="36042"/>
                </a:cubicBezTo>
                <a:lnTo>
                  <a:pt x="14520" y="336664"/>
                </a:lnTo>
                <a:lnTo>
                  <a:pt x="590286" y="336664"/>
                </a:lnTo>
                <a:lnTo>
                  <a:pt x="590286" y="36042"/>
                </a:lnTo>
                <a:cubicBezTo>
                  <a:pt x="590286" y="24163"/>
                  <a:pt x="580404" y="14498"/>
                  <a:pt x="568505" y="14498"/>
                </a:cubicBezTo>
                <a:close/>
                <a:moveTo>
                  <a:pt x="36099" y="0"/>
                </a:moveTo>
                <a:lnTo>
                  <a:pt x="568505" y="0"/>
                </a:lnTo>
                <a:cubicBezTo>
                  <a:pt x="588471" y="0"/>
                  <a:pt x="604604" y="16108"/>
                  <a:pt x="604604" y="36042"/>
                </a:cubicBezTo>
                <a:lnTo>
                  <a:pt x="604604" y="376532"/>
                </a:lnTo>
                <a:cubicBezTo>
                  <a:pt x="604604" y="396265"/>
                  <a:pt x="588471" y="412575"/>
                  <a:pt x="568505" y="412575"/>
                </a:cubicBezTo>
                <a:lnTo>
                  <a:pt x="340216" y="412575"/>
                </a:lnTo>
                <a:lnTo>
                  <a:pt x="340216" y="460698"/>
                </a:lnTo>
                <a:lnTo>
                  <a:pt x="376920" y="460698"/>
                </a:lnTo>
                <a:cubicBezTo>
                  <a:pt x="380953" y="460698"/>
                  <a:pt x="384180" y="463920"/>
                  <a:pt x="384180" y="467746"/>
                </a:cubicBezTo>
                <a:lnTo>
                  <a:pt x="384180" y="513453"/>
                </a:lnTo>
                <a:cubicBezTo>
                  <a:pt x="384180" y="517480"/>
                  <a:pt x="380953" y="520702"/>
                  <a:pt x="376920" y="520702"/>
                </a:cubicBezTo>
                <a:lnTo>
                  <a:pt x="227685" y="520702"/>
                </a:lnTo>
                <a:cubicBezTo>
                  <a:pt x="223651" y="520702"/>
                  <a:pt x="220425" y="517480"/>
                  <a:pt x="220425" y="513453"/>
                </a:cubicBezTo>
                <a:lnTo>
                  <a:pt x="220425" y="467746"/>
                </a:lnTo>
                <a:cubicBezTo>
                  <a:pt x="220425" y="463920"/>
                  <a:pt x="223651" y="460698"/>
                  <a:pt x="227685" y="460698"/>
                </a:cubicBezTo>
                <a:lnTo>
                  <a:pt x="264388" y="460698"/>
                </a:lnTo>
                <a:lnTo>
                  <a:pt x="264388" y="412575"/>
                </a:lnTo>
                <a:lnTo>
                  <a:pt x="36099" y="412575"/>
                </a:lnTo>
                <a:cubicBezTo>
                  <a:pt x="16133" y="412575"/>
                  <a:pt x="0" y="396265"/>
                  <a:pt x="0" y="376331"/>
                </a:cubicBezTo>
                <a:lnTo>
                  <a:pt x="0" y="36042"/>
                </a:lnTo>
                <a:cubicBezTo>
                  <a:pt x="0" y="16108"/>
                  <a:pt x="16133" y="0"/>
                  <a:pt x="36099" y="0"/>
                </a:cubicBezTo>
                <a:close/>
              </a:path>
            </a:pathLst>
          </a:custGeom>
          <a:solidFill>
            <a:srgbClr val="122E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任意多边形: 形状 33">
            <a:extLst>
              <a:ext uri="{FF2B5EF4-FFF2-40B4-BE49-F238E27FC236}">
                <a16:creationId xmlns:a16="http://schemas.microsoft.com/office/drawing/2014/main" id="{872F5CAA-6059-91D1-FB83-D3D16A76BF22}"/>
              </a:ext>
            </a:extLst>
          </p:cNvPr>
          <p:cNvSpPr/>
          <p:nvPr/>
        </p:nvSpPr>
        <p:spPr>
          <a:xfrm>
            <a:off x="3470239" y="1768735"/>
            <a:ext cx="841330" cy="875724"/>
          </a:xfrm>
          <a:custGeom>
            <a:avLst/>
            <a:gdLst>
              <a:gd name="connsiteX0" fmla="*/ 420665 w 841330"/>
              <a:gd name="connsiteY0" fmla="*/ 44060 h 875724"/>
              <a:gd name="connsiteX1" fmla="*/ 44060 w 841330"/>
              <a:gd name="connsiteY1" fmla="*/ 420665 h 875724"/>
              <a:gd name="connsiteX2" fmla="*/ 344766 w 841330"/>
              <a:gd name="connsiteY2" fmla="*/ 789619 h 875724"/>
              <a:gd name="connsiteX3" fmla="*/ 401034 w 841330"/>
              <a:gd name="connsiteY3" fmla="*/ 795291 h 875724"/>
              <a:gd name="connsiteX4" fmla="*/ 440296 w 841330"/>
              <a:gd name="connsiteY4" fmla="*/ 795291 h 875724"/>
              <a:gd name="connsiteX5" fmla="*/ 496564 w 841330"/>
              <a:gd name="connsiteY5" fmla="*/ 789619 h 875724"/>
              <a:gd name="connsiteX6" fmla="*/ 797270 w 841330"/>
              <a:gd name="connsiteY6" fmla="*/ 420665 h 875724"/>
              <a:gd name="connsiteX7" fmla="*/ 420665 w 841330"/>
              <a:gd name="connsiteY7" fmla="*/ 44060 h 875724"/>
              <a:gd name="connsiteX8" fmla="*/ 420665 w 841330"/>
              <a:gd name="connsiteY8" fmla="*/ 0 h 875724"/>
              <a:gd name="connsiteX9" fmla="*/ 841330 w 841330"/>
              <a:gd name="connsiteY9" fmla="*/ 420665 h 875724"/>
              <a:gd name="connsiteX10" fmla="*/ 505444 w 841330"/>
              <a:gd name="connsiteY10" fmla="*/ 832784 h 875724"/>
              <a:gd name="connsiteX11" fmla="*/ 485313 w 841330"/>
              <a:gd name="connsiteY11" fmla="*/ 834813 h 875724"/>
              <a:gd name="connsiteX12" fmla="*/ 411027 w 841330"/>
              <a:gd name="connsiteY12" fmla="*/ 875724 h 875724"/>
              <a:gd name="connsiteX13" fmla="*/ 329400 w 841330"/>
              <a:gd name="connsiteY13" fmla="*/ 830770 h 875724"/>
              <a:gd name="connsiteX14" fmla="*/ 256923 w 841330"/>
              <a:gd name="connsiteY14" fmla="*/ 808272 h 875724"/>
              <a:gd name="connsiteX15" fmla="*/ 0 w 841330"/>
              <a:gd name="connsiteY15" fmla="*/ 420665 h 875724"/>
              <a:gd name="connsiteX16" fmla="*/ 420665 w 841330"/>
              <a:gd name="connsiteY16" fmla="*/ 0 h 8757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841330" h="875724">
                <a:moveTo>
                  <a:pt x="420665" y="44060"/>
                </a:moveTo>
                <a:cubicBezTo>
                  <a:pt x="212672" y="44060"/>
                  <a:pt x="44060" y="212672"/>
                  <a:pt x="44060" y="420665"/>
                </a:cubicBezTo>
                <a:cubicBezTo>
                  <a:pt x="44060" y="602659"/>
                  <a:pt x="173154" y="754502"/>
                  <a:pt x="344766" y="789619"/>
                </a:cubicBezTo>
                <a:lnTo>
                  <a:pt x="401034" y="795291"/>
                </a:lnTo>
                <a:lnTo>
                  <a:pt x="440296" y="795291"/>
                </a:lnTo>
                <a:lnTo>
                  <a:pt x="496564" y="789619"/>
                </a:lnTo>
                <a:cubicBezTo>
                  <a:pt x="668177" y="754502"/>
                  <a:pt x="797270" y="602659"/>
                  <a:pt x="797270" y="420665"/>
                </a:cubicBezTo>
                <a:cubicBezTo>
                  <a:pt x="797270" y="212672"/>
                  <a:pt x="628658" y="44060"/>
                  <a:pt x="420665" y="44060"/>
                </a:cubicBezTo>
                <a:close/>
                <a:moveTo>
                  <a:pt x="420665" y="0"/>
                </a:moveTo>
                <a:cubicBezTo>
                  <a:pt x="652992" y="0"/>
                  <a:pt x="841330" y="188338"/>
                  <a:pt x="841330" y="420665"/>
                </a:cubicBezTo>
                <a:cubicBezTo>
                  <a:pt x="841330" y="623951"/>
                  <a:pt x="697134" y="793558"/>
                  <a:pt x="505444" y="832784"/>
                </a:cubicBezTo>
                <a:lnTo>
                  <a:pt x="485313" y="834813"/>
                </a:lnTo>
                <a:lnTo>
                  <a:pt x="411027" y="875724"/>
                </a:lnTo>
                <a:lnTo>
                  <a:pt x="329400" y="830770"/>
                </a:lnTo>
                <a:lnTo>
                  <a:pt x="256923" y="808272"/>
                </a:lnTo>
                <a:cubicBezTo>
                  <a:pt x="105940" y="744412"/>
                  <a:pt x="0" y="594910"/>
                  <a:pt x="0" y="420665"/>
                </a:cubicBezTo>
                <a:cubicBezTo>
                  <a:pt x="0" y="188338"/>
                  <a:pt x="188338" y="0"/>
                  <a:pt x="420665" y="0"/>
                </a:cubicBezTo>
                <a:close/>
              </a:path>
            </a:pathLst>
          </a:custGeom>
          <a:solidFill>
            <a:srgbClr val="122E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5" name="任意多边形: 形状 34">
            <a:extLst>
              <a:ext uri="{FF2B5EF4-FFF2-40B4-BE49-F238E27FC236}">
                <a16:creationId xmlns:a16="http://schemas.microsoft.com/office/drawing/2014/main" id="{A854AC92-7C8E-5F1D-A204-94112F5BAC00}"/>
              </a:ext>
            </a:extLst>
          </p:cNvPr>
          <p:cNvSpPr/>
          <p:nvPr/>
        </p:nvSpPr>
        <p:spPr>
          <a:xfrm>
            <a:off x="7980740" y="1768735"/>
            <a:ext cx="841330" cy="875724"/>
          </a:xfrm>
          <a:custGeom>
            <a:avLst/>
            <a:gdLst>
              <a:gd name="connsiteX0" fmla="*/ 420665 w 841330"/>
              <a:gd name="connsiteY0" fmla="*/ 44060 h 875724"/>
              <a:gd name="connsiteX1" fmla="*/ 44060 w 841330"/>
              <a:gd name="connsiteY1" fmla="*/ 420665 h 875724"/>
              <a:gd name="connsiteX2" fmla="*/ 344766 w 841330"/>
              <a:gd name="connsiteY2" fmla="*/ 789619 h 875724"/>
              <a:gd name="connsiteX3" fmla="*/ 401034 w 841330"/>
              <a:gd name="connsiteY3" fmla="*/ 795291 h 875724"/>
              <a:gd name="connsiteX4" fmla="*/ 440296 w 841330"/>
              <a:gd name="connsiteY4" fmla="*/ 795291 h 875724"/>
              <a:gd name="connsiteX5" fmla="*/ 496564 w 841330"/>
              <a:gd name="connsiteY5" fmla="*/ 789619 h 875724"/>
              <a:gd name="connsiteX6" fmla="*/ 797270 w 841330"/>
              <a:gd name="connsiteY6" fmla="*/ 420665 h 875724"/>
              <a:gd name="connsiteX7" fmla="*/ 420665 w 841330"/>
              <a:gd name="connsiteY7" fmla="*/ 44060 h 875724"/>
              <a:gd name="connsiteX8" fmla="*/ 420665 w 841330"/>
              <a:gd name="connsiteY8" fmla="*/ 0 h 875724"/>
              <a:gd name="connsiteX9" fmla="*/ 841330 w 841330"/>
              <a:gd name="connsiteY9" fmla="*/ 420665 h 875724"/>
              <a:gd name="connsiteX10" fmla="*/ 505444 w 841330"/>
              <a:gd name="connsiteY10" fmla="*/ 832784 h 875724"/>
              <a:gd name="connsiteX11" fmla="*/ 485313 w 841330"/>
              <a:gd name="connsiteY11" fmla="*/ 834813 h 875724"/>
              <a:gd name="connsiteX12" fmla="*/ 411027 w 841330"/>
              <a:gd name="connsiteY12" fmla="*/ 875724 h 875724"/>
              <a:gd name="connsiteX13" fmla="*/ 329400 w 841330"/>
              <a:gd name="connsiteY13" fmla="*/ 830770 h 875724"/>
              <a:gd name="connsiteX14" fmla="*/ 256923 w 841330"/>
              <a:gd name="connsiteY14" fmla="*/ 808272 h 875724"/>
              <a:gd name="connsiteX15" fmla="*/ 0 w 841330"/>
              <a:gd name="connsiteY15" fmla="*/ 420665 h 875724"/>
              <a:gd name="connsiteX16" fmla="*/ 420665 w 841330"/>
              <a:gd name="connsiteY16" fmla="*/ 0 h 8757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841330" h="875724">
                <a:moveTo>
                  <a:pt x="420665" y="44060"/>
                </a:moveTo>
                <a:cubicBezTo>
                  <a:pt x="212672" y="44060"/>
                  <a:pt x="44060" y="212672"/>
                  <a:pt x="44060" y="420665"/>
                </a:cubicBezTo>
                <a:cubicBezTo>
                  <a:pt x="44060" y="602659"/>
                  <a:pt x="173154" y="754502"/>
                  <a:pt x="344766" y="789619"/>
                </a:cubicBezTo>
                <a:lnTo>
                  <a:pt x="401034" y="795291"/>
                </a:lnTo>
                <a:lnTo>
                  <a:pt x="440296" y="795291"/>
                </a:lnTo>
                <a:lnTo>
                  <a:pt x="496564" y="789619"/>
                </a:lnTo>
                <a:cubicBezTo>
                  <a:pt x="668177" y="754502"/>
                  <a:pt x="797270" y="602659"/>
                  <a:pt x="797270" y="420665"/>
                </a:cubicBezTo>
                <a:cubicBezTo>
                  <a:pt x="797270" y="212672"/>
                  <a:pt x="628658" y="44060"/>
                  <a:pt x="420665" y="44060"/>
                </a:cubicBezTo>
                <a:close/>
                <a:moveTo>
                  <a:pt x="420665" y="0"/>
                </a:moveTo>
                <a:cubicBezTo>
                  <a:pt x="652992" y="0"/>
                  <a:pt x="841330" y="188338"/>
                  <a:pt x="841330" y="420665"/>
                </a:cubicBezTo>
                <a:cubicBezTo>
                  <a:pt x="841330" y="623951"/>
                  <a:pt x="697134" y="793558"/>
                  <a:pt x="505444" y="832784"/>
                </a:cubicBezTo>
                <a:lnTo>
                  <a:pt x="485313" y="834813"/>
                </a:lnTo>
                <a:lnTo>
                  <a:pt x="411027" y="875724"/>
                </a:lnTo>
                <a:lnTo>
                  <a:pt x="329400" y="830770"/>
                </a:lnTo>
                <a:lnTo>
                  <a:pt x="256923" y="808272"/>
                </a:lnTo>
                <a:cubicBezTo>
                  <a:pt x="105940" y="744412"/>
                  <a:pt x="0" y="594910"/>
                  <a:pt x="0" y="420665"/>
                </a:cubicBezTo>
                <a:cubicBezTo>
                  <a:pt x="0" y="188338"/>
                  <a:pt x="188338" y="0"/>
                  <a:pt x="420665" y="0"/>
                </a:cubicBezTo>
                <a:close/>
              </a:path>
            </a:pathLst>
          </a:custGeom>
          <a:solidFill>
            <a:srgbClr val="122E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6" name="任意多边形: 形状 35">
            <a:extLst>
              <a:ext uri="{FF2B5EF4-FFF2-40B4-BE49-F238E27FC236}">
                <a16:creationId xmlns:a16="http://schemas.microsoft.com/office/drawing/2014/main" id="{4A5701CF-5838-C019-16A9-F9D1CC6A2B8E}"/>
              </a:ext>
            </a:extLst>
          </p:cNvPr>
          <p:cNvSpPr/>
          <p:nvPr/>
        </p:nvSpPr>
        <p:spPr>
          <a:xfrm>
            <a:off x="10218528" y="1768735"/>
            <a:ext cx="841330" cy="875724"/>
          </a:xfrm>
          <a:custGeom>
            <a:avLst/>
            <a:gdLst>
              <a:gd name="connsiteX0" fmla="*/ 420665 w 841330"/>
              <a:gd name="connsiteY0" fmla="*/ 44060 h 875724"/>
              <a:gd name="connsiteX1" fmla="*/ 44060 w 841330"/>
              <a:gd name="connsiteY1" fmla="*/ 420665 h 875724"/>
              <a:gd name="connsiteX2" fmla="*/ 344766 w 841330"/>
              <a:gd name="connsiteY2" fmla="*/ 789619 h 875724"/>
              <a:gd name="connsiteX3" fmla="*/ 401034 w 841330"/>
              <a:gd name="connsiteY3" fmla="*/ 795291 h 875724"/>
              <a:gd name="connsiteX4" fmla="*/ 440296 w 841330"/>
              <a:gd name="connsiteY4" fmla="*/ 795291 h 875724"/>
              <a:gd name="connsiteX5" fmla="*/ 496564 w 841330"/>
              <a:gd name="connsiteY5" fmla="*/ 789619 h 875724"/>
              <a:gd name="connsiteX6" fmla="*/ 797270 w 841330"/>
              <a:gd name="connsiteY6" fmla="*/ 420665 h 875724"/>
              <a:gd name="connsiteX7" fmla="*/ 420665 w 841330"/>
              <a:gd name="connsiteY7" fmla="*/ 44060 h 875724"/>
              <a:gd name="connsiteX8" fmla="*/ 420665 w 841330"/>
              <a:gd name="connsiteY8" fmla="*/ 0 h 875724"/>
              <a:gd name="connsiteX9" fmla="*/ 841330 w 841330"/>
              <a:gd name="connsiteY9" fmla="*/ 420665 h 875724"/>
              <a:gd name="connsiteX10" fmla="*/ 505444 w 841330"/>
              <a:gd name="connsiteY10" fmla="*/ 832784 h 875724"/>
              <a:gd name="connsiteX11" fmla="*/ 485313 w 841330"/>
              <a:gd name="connsiteY11" fmla="*/ 834813 h 875724"/>
              <a:gd name="connsiteX12" fmla="*/ 411027 w 841330"/>
              <a:gd name="connsiteY12" fmla="*/ 875724 h 875724"/>
              <a:gd name="connsiteX13" fmla="*/ 329400 w 841330"/>
              <a:gd name="connsiteY13" fmla="*/ 830770 h 875724"/>
              <a:gd name="connsiteX14" fmla="*/ 256923 w 841330"/>
              <a:gd name="connsiteY14" fmla="*/ 808272 h 875724"/>
              <a:gd name="connsiteX15" fmla="*/ 0 w 841330"/>
              <a:gd name="connsiteY15" fmla="*/ 420665 h 875724"/>
              <a:gd name="connsiteX16" fmla="*/ 420665 w 841330"/>
              <a:gd name="connsiteY16" fmla="*/ 0 h 8757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841330" h="875724">
                <a:moveTo>
                  <a:pt x="420665" y="44060"/>
                </a:moveTo>
                <a:cubicBezTo>
                  <a:pt x="212672" y="44060"/>
                  <a:pt x="44060" y="212672"/>
                  <a:pt x="44060" y="420665"/>
                </a:cubicBezTo>
                <a:cubicBezTo>
                  <a:pt x="44060" y="602659"/>
                  <a:pt x="173154" y="754502"/>
                  <a:pt x="344766" y="789619"/>
                </a:cubicBezTo>
                <a:lnTo>
                  <a:pt x="401034" y="795291"/>
                </a:lnTo>
                <a:lnTo>
                  <a:pt x="440296" y="795291"/>
                </a:lnTo>
                <a:lnTo>
                  <a:pt x="496564" y="789619"/>
                </a:lnTo>
                <a:cubicBezTo>
                  <a:pt x="668177" y="754502"/>
                  <a:pt x="797270" y="602659"/>
                  <a:pt x="797270" y="420665"/>
                </a:cubicBezTo>
                <a:cubicBezTo>
                  <a:pt x="797270" y="212672"/>
                  <a:pt x="628658" y="44060"/>
                  <a:pt x="420665" y="44060"/>
                </a:cubicBezTo>
                <a:close/>
                <a:moveTo>
                  <a:pt x="420665" y="0"/>
                </a:moveTo>
                <a:cubicBezTo>
                  <a:pt x="652992" y="0"/>
                  <a:pt x="841330" y="188338"/>
                  <a:pt x="841330" y="420665"/>
                </a:cubicBezTo>
                <a:cubicBezTo>
                  <a:pt x="841330" y="623951"/>
                  <a:pt x="697134" y="793558"/>
                  <a:pt x="505444" y="832784"/>
                </a:cubicBezTo>
                <a:lnTo>
                  <a:pt x="485313" y="834813"/>
                </a:lnTo>
                <a:lnTo>
                  <a:pt x="411027" y="875724"/>
                </a:lnTo>
                <a:lnTo>
                  <a:pt x="329400" y="830770"/>
                </a:lnTo>
                <a:lnTo>
                  <a:pt x="256923" y="808272"/>
                </a:lnTo>
                <a:cubicBezTo>
                  <a:pt x="105940" y="744412"/>
                  <a:pt x="0" y="594910"/>
                  <a:pt x="0" y="420665"/>
                </a:cubicBezTo>
                <a:cubicBezTo>
                  <a:pt x="0" y="188338"/>
                  <a:pt x="188338" y="0"/>
                  <a:pt x="420665" y="0"/>
                </a:cubicBezTo>
                <a:close/>
              </a:path>
            </a:pathLst>
          </a:custGeom>
          <a:solidFill>
            <a:srgbClr val="122E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7" name="iconfont-11145-6996227">
            <a:extLst>
              <a:ext uri="{FF2B5EF4-FFF2-40B4-BE49-F238E27FC236}">
                <a16:creationId xmlns:a16="http://schemas.microsoft.com/office/drawing/2014/main" id="{0C3AA1CA-4D4D-AE63-3416-77A13AE7A32A}"/>
              </a:ext>
            </a:extLst>
          </p:cNvPr>
          <p:cNvSpPr/>
          <p:nvPr/>
        </p:nvSpPr>
        <p:spPr>
          <a:xfrm>
            <a:off x="3746396" y="2044041"/>
            <a:ext cx="289016" cy="304844"/>
          </a:xfrm>
          <a:custGeom>
            <a:avLst/>
            <a:gdLst>
              <a:gd name="T0" fmla="*/ 9001 w 10802"/>
              <a:gd name="T1" fmla="*/ 4637 h 11394"/>
              <a:gd name="T2" fmla="*/ 8903 w 10802"/>
              <a:gd name="T3" fmla="*/ 789 h 11394"/>
              <a:gd name="T4" fmla="*/ 789 w 10802"/>
              <a:gd name="T5" fmla="*/ 888 h 11394"/>
              <a:gd name="T6" fmla="*/ 887 w 10802"/>
              <a:gd name="T7" fmla="*/ 10260 h 11394"/>
              <a:gd name="T8" fmla="*/ 4846 w 10802"/>
              <a:gd name="T9" fmla="*/ 10655 h 11394"/>
              <a:gd name="T10" fmla="*/ 394 w 10802"/>
              <a:gd name="T11" fmla="*/ 11049 h 11394"/>
              <a:gd name="T12" fmla="*/ 0 w 10802"/>
              <a:gd name="T13" fmla="*/ 395 h 11394"/>
              <a:gd name="T14" fmla="*/ 9396 w 10802"/>
              <a:gd name="T15" fmla="*/ 0 h 11394"/>
              <a:gd name="T16" fmla="*/ 9791 w 10802"/>
              <a:gd name="T17" fmla="*/ 4637 h 11394"/>
              <a:gd name="T18" fmla="*/ 1812 w 10802"/>
              <a:gd name="T19" fmla="*/ 2540 h 11394"/>
              <a:gd name="T20" fmla="*/ 8015 w 10802"/>
              <a:gd name="T21" fmla="*/ 2935 h 11394"/>
              <a:gd name="T22" fmla="*/ 1812 w 10802"/>
              <a:gd name="T23" fmla="*/ 3330 h 11394"/>
              <a:gd name="T24" fmla="*/ 1812 w 10802"/>
              <a:gd name="T25" fmla="*/ 2540 h 11394"/>
              <a:gd name="T26" fmla="*/ 4488 w 10802"/>
              <a:gd name="T27" fmla="*/ 5081 h 11394"/>
              <a:gd name="T28" fmla="*/ 4488 w 10802"/>
              <a:gd name="T29" fmla="*/ 5870 h 11394"/>
              <a:gd name="T30" fmla="*/ 1479 w 10802"/>
              <a:gd name="T31" fmla="*/ 5475 h 11394"/>
              <a:gd name="T32" fmla="*/ 1874 w 10802"/>
              <a:gd name="T33" fmla="*/ 7621 h 11394"/>
              <a:gd name="T34" fmla="*/ 4883 w 10802"/>
              <a:gd name="T35" fmla="*/ 8016 h 11394"/>
              <a:gd name="T36" fmla="*/ 1874 w 10802"/>
              <a:gd name="T37" fmla="*/ 8410 h 11394"/>
              <a:gd name="T38" fmla="*/ 1874 w 10802"/>
              <a:gd name="T39" fmla="*/ 7621 h 11394"/>
              <a:gd name="T40" fmla="*/ 6165 w 10802"/>
              <a:gd name="T41" fmla="*/ 5081 h 11394"/>
              <a:gd name="T42" fmla="*/ 6165 w 10802"/>
              <a:gd name="T43" fmla="*/ 5870 h 11394"/>
              <a:gd name="T44" fmla="*/ 5228 w 10802"/>
              <a:gd name="T45" fmla="*/ 5475 h 11394"/>
              <a:gd name="T46" fmla="*/ 8453 w 10802"/>
              <a:gd name="T47" fmla="*/ 5525 h 11394"/>
              <a:gd name="T48" fmla="*/ 9544 w 10802"/>
              <a:gd name="T49" fmla="*/ 8379 h 11394"/>
              <a:gd name="T50" fmla="*/ 7361 w 10802"/>
              <a:gd name="T51" fmla="*/ 8379 h 11394"/>
              <a:gd name="T52" fmla="*/ 8453 w 10802"/>
              <a:gd name="T53" fmla="*/ 5525 h 11394"/>
              <a:gd name="T54" fmla="*/ 8052 w 10802"/>
              <a:gd name="T55" fmla="*/ 6616 h 11394"/>
              <a:gd name="T56" fmla="*/ 8453 w 10802"/>
              <a:gd name="T57" fmla="*/ 8780 h 11394"/>
              <a:gd name="T58" fmla="*/ 8853 w 10802"/>
              <a:gd name="T59" fmla="*/ 6616 h 11394"/>
              <a:gd name="T60" fmla="*/ 8804 w 10802"/>
              <a:gd name="T61" fmla="*/ 10427 h 11394"/>
              <a:gd name="T62" fmla="*/ 9137 w 10802"/>
              <a:gd name="T63" fmla="*/ 10704 h 11394"/>
              <a:gd name="T64" fmla="*/ 9137 w 10802"/>
              <a:gd name="T65" fmla="*/ 11394 h 11394"/>
              <a:gd name="T66" fmla="*/ 7361 w 10802"/>
              <a:gd name="T67" fmla="*/ 11049 h 11394"/>
              <a:gd name="T68" fmla="*/ 8114 w 10802"/>
              <a:gd name="T69" fmla="*/ 10704 h 11394"/>
              <a:gd name="T70" fmla="*/ 6042 w 10802"/>
              <a:gd name="T71" fmla="*/ 8077 h 11394"/>
              <a:gd name="T72" fmla="*/ 6387 w 10802"/>
              <a:gd name="T73" fmla="*/ 7547 h 11394"/>
              <a:gd name="T74" fmla="*/ 6732 w 10802"/>
              <a:gd name="T75" fmla="*/ 8077 h 11394"/>
              <a:gd name="T76" fmla="*/ 10111 w 10802"/>
              <a:gd name="T77" fmla="*/ 8077 h 11394"/>
              <a:gd name="T78" fmla="*/ 10457 w 10802"/>
              <a:gd name="T79" fmla="*/ 7547 h 11394"/>
              <a:gd name="T80" fmla="*/ 10802 w 10802"/>
              <a:gd name="T81" fmla="*/ 8077 h 113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10802" h="11394">
                <a:moveTo>
                  <a:pt x="9396" y="5031"/>
                </a:moveTo>
                <a:cubicBezTo>
                  <a:pt x="9178" y="5031"/>
                  <a:pt x="9001" y="4855"/>
                  <a:pt x="9001" y="4637"/>
                </a:cubicBezTo>
                <a:lnTo>
                  <a:pt x="9001" y="888"/>
                </a:lnTo>
                <a:cubicBezTo>
                  <a:pt x="9001" y="834"/>
                  <a:pt x="8957" y="789"/>
                  <a:pt x="8903" y="789"/>
                </a:cubicBezTo>
                <a:lnTo>
                  <a:pt x="887" y="789"/>
                </a:lnTo>
                <a:cubicBezTo>
                  <a:pt x="833" y="789"/>
                  <a:pt x="789" y="834"/>
                  <a:pt x="789" y="888"/>
                </a:cubicBezTo>
                <a:lnTo>
                  <a:pt x="789" y="10161"/>
                </a:lnTo>
                <a:cubicBezTo>
                  <a:pt x="789" y="10216"/>
                  <a:pt x="833" y="10260"/>
                  <a:pt x="887" y="10260"/>
                </a:cubicBezTo>
                <a:lnTo>
                  <a:pt x="4451" y="10260"/>
                </a:lnTo>
                <a:cubicBezTo>
                  <a:pt x="4669" y="10260"/>
                  <a:pt x="4846" y="10437"/>
                  <a:pt x="4846" y="10655"/>
                </a:cubicBezTo>
                <a:cubicBezTo>
                  <a:pt x="4846" y="10872"/>
                  <a:pt x="4669" y="11049"/>
                  <a:pt x="4451" y="11049"/>
                </a:cubicBezTo>
                <a:lnTo>
                  <a:pt x="394" y="11049"/>
                </a:lnTo>
                <a:cubicBezTo>
                  <a:pt x="176" y="11049"/>
                  <a:pt x="0" y="10872"/>
                  <a:pt x="0" y="10655"/>
                </a:cubicBezTo>
                <a:lnTo>
                  <a:pt x="0" y="395"/>
                </a:lnTo>
                <a:cubicBezTo>
                  <a:pt x="0" y="177"/>
                  <a:pt x="176" y="0"/>
                  <a:pt x="394" y="0"/>
                </a:cubicBezTo>
                <a:lnTo>
                  <a:pt x="9396" y="0"/>
                </a:lnTo>
                <a:cubicBezTo>
                  <a:pt x="9614" y="0"/>
                  <a:pt x="9791" y="177"/>
                  <a:pt x="9791" y="395"/>
                </a:cubicBezTo>
                <a:lnTo>
                  <a:pt x="9791" y="4637"/>
                </a:lnTo>
                <a:cubicBezTo>
                  <a:pt x="9791" y="4855"/>
                  <a:pt x="9614" y="5031"/>
                  <a:pt x="9396" y="5031"/>
                </a:cubicBezTo>
                <a:close/>
                <a:moveTo>
                  <a:pt x="1812" y="2540"/>
                </a:moveTo>
                <a:lnTo>
                  <a:pt x="7620" y="2540"/>
                </a:lnTo>
                <a:cubicBezTo>
                  <a:pt x="7838" y="2540"/>
                  <a:pt x="8015" y="2717"/>
                  <a:pt x="8015" y="2935"/>
                </a:cubicBezTo>
                <a:cubicBezTo>
                  <a:pt x="8015" y="3153"/>
                  <a:pt x="7838" y="3330"/>
                  <a:pt x="7620" y="3330"/>
                </a:cubicBezTo>
                <a:lnTo>
                  <a:pt x="1812" y="3330"/>
                </a:lnTo>
                <a:cubicBezTo>
                  <a:pt x="1594" y="3330"/>
                  <a:pt x="1418" y="3153"/>
                  <a:pt x="1418" y="2935"/>
                </a:cubicBezTo>
                <a:cubicBezTo>
                  <a:pt x="1418" y="2717"/>
                  <a:pt x="1594" y="2540"/>
                  <a:pt x="1812" y="2540"/>
                </a:cubicBezTo>
                <a:close/>
                <a:moveTo>
                  <a:pt x="1874" y="5081"/>
                </a:moveTo>
                <a:lnTo>
                  <a:pt x="4488" y="5081"/>
                </a:lnTo>
                <a:cubicBezTo>
                  <a:pt x="4706" y="5081"/>
                  <a:pt x="4883" y="5257"/>
                  <a:pt x="4883" y="5475"/>
                </a:cubicBezTo>
                <a:cubicBezTo>
                  <a:pt x="4883" y="5693"/>
                  <a:pt x="4706" y="5870"/>
                  <a:pt x="4488" y="5870"/>
                </a:cubicBezTo>
                <a:lnTo>
                  <a:pt x="1874" y="5870"/>
                </a:lnTo>
                <a:cubicBezTo>
                  <a:pt x="1656" y="5870"/>
                  <a:pt x="1479" y="5693"/>
                  <a:pt x="1479" y="5475"/>
                </a:cubicBezTo>
                <a:cubicBezTo>
                  <a:pt x="1479" y="5257"/>
                  <a:pt x="1656" y="5081"/>
                  <a:pt x="1874" y="5081"/>
                </a:cubicBezTo>
                <a:close/>
                <a:moveTo>
                  <a:pt x="1874" y="7621"/>
                </a:moveTo>
                <a:lnTo>
                  <a:pt x="4488" y="7621"/>
                </a:lnTo>
                <a:cubicBezTo>
                  <a:pt x="4706" y="7621"/>
                  <a:pt x="4883" y="7798"/>
                  <a:pt x="4883" y="8016"/>
                </a:cubicBezTo>
                <a:cubicBezTo>
                  <a:pt x="4883" y="8234"/>
                  <a:pt x="4706" y="8410"/>
                  <a:pt x="4488" y="8410"/>
                </a:cubicBezTo>
                <a:lnTo>
                  <a:pt x="1874" y="8410"/>
                </a:lnTo>
                <a:cubicBezTo>
                  <a:pt x="1656" y="8410"/>
                  <a:pt x="1479" y="8234"/>
                  <a:pt x="1479" y="8016"/>
                </a:cubicBezTo>
                <a:cubicBezTo>
                  <a:pt x="1479" y="7798"/>
                  <a:pt x="1656" y="7621"/>
                  <a:pt x="1874" y="7621"/>
                </a:cubicBezTo>
                <a:close/>
                <a:moveTo>
                  <a:pt x="5623" y="5081"/>
                </a:moveTo>
                <a:lnTo>
                  <a:pt x="6165" y="5081"/>
                </a:lnTo>
                <a:cubicBezTo>
                  <a:pt x="6383" y="5081"/>
                  <a:pt x="6560" y="5257"/>
                  <a:pt x="6560" y="5475"/>
                </a:cubicBezTo>
                <a:cubicBezTo>
                  <a:pt x="6560" y="5693"/>
                  <a:pt x="6383" y="5870"/>
                  <a:pt x="6165" y="5870"/>
                </a:cubicBezTo>
                <a:lnTo>
                  <a:pt x="5623" y="5870"/>
                </a:lnTo>
                <a:cubicBezTo>
                  <a:pt x="5405" y="5870"/>
                  <a:pt x="5228" y="5693"/>
                  <a:pt x="5228" y="5475"/>
                </a:cubicBezTo>
                <a:cubicBezTo>
                  <a:pt x="5228" y="5257"/>
                  <a:pt x="5405" y="5081"/>
                  <a:pt x="5623" y="5081"/>
                </a:cubicBezTo>
                <a:close/>
                <a:moveTo>
                  <a:pt x="8453" y="5525"/>
                </a:moveTo>
                <a:cubicBezTo>
                  <a:pt x="9055" y="5525"/>
                  <a:pt x="9544" y="6013"/>
                  <a:pt x="9544" y="6616"/>
                </a:cubicBezTo>
                <a:lnTo>
                  <a:pt x="9544" y="8379"/>
                </a:lnTo>
                <a:cubicBezTo>
                  <a:pt x="9544" y="8982"/>
                  <a:pt x="9055" y="9471"/>
                  <a:pt x="8453" y="9471"/>
                </a:cubicBezTo>
                <a:cubicBezTo>
                  <a:pt x="7850" y="9471"/>
                  <a:pt x="7361" y="8982"/>
                  <a:pt x="7361" y="8379"/>
                </a:cubicBezTo>
                <a:lnTo>
                  <a:pt x="7361" y="6616"/>
                </a:lnTo>
                <a:cubicBezTo>
                  <a:pt x="7361" y="6013"/>
                  <a:pt x="7850" y="5525"/>
                  <a:pt x="8453" y="5525"/>
                </a:cubicBezTo>
                <a:close/>
                <a:moveTo>
                  <a:pt x="8453" y="6215"/>
                </a:moveTo>
                <a:cubicBezTo>
                  <a:pt x="8231" y="6215"/>
                  <a:pt x="8052" y="6395"/>
                  <a:pt x="8052" y="6616"/>
                </a:cubicBezTo>
                <a:lnTo>
                  <a:pt x="8052" y="8379"/>
                </a:lnTo>
                <a:cubicBezTo>
                  <a:pt x="8052" y="8601"/>
                  <a:pt x="8231" y="8780"/>
                  <a:pt x="8453" y="8780"/>
                </a:cubicBezTo>
                <a:cubicBezTo>
                  <a:pt x="8674" y="8780"/>
                  <a:pt x="8853" y="8601"/>
                  <a:pt x="8853" y="8379"/>
                </a:cubicBezTo>
                <a:lnTo>
                  <a:pt x="8853" y="6616"/>
                </a:lnTo>
                <a:cubicBezTo>
                  <a:pt x="8853" y="6395"/>
                  <a:pt x="8674" y="6215"/>
                  <a:pt x="8453" y="6215"/>
                </a:cubicBezTo>
                <a:close/>
                <a:moveTo>
                  <a:pt x="8804" y="10427"/>
                </a:moveTo>
                <a:lnTo>
                  <a:pt x="8804" y="10704"/>
                </a:lnTo>
                <a:lnTo>
                  <a:pt x="9137" y="10704"/>
                </a:lnTo>
                <a:cubicBezTo>
                  <a:pt x="9328" y="10704"/>
                  <a:pt x="9482" y="10858"/>
                  <a:pt x="9482" y="11049"/>
                </a:cubicBezTo>
                <a:cubicBezTo>
                  <a:pt x="9482" y="11240"/>
                  <a:pt x="9328" y="11394"/>
                  <a:pt x="9137" y="11394"/>
                </a:cubicBezTo>
                <a:lnTo>
                  <a:pt x="7707" y="11394"/>
                </a:lnTo>
                <a:cubicBezTo>
                  <a:pt x="7516" y="11394"/>
                  <a:pt x="7361" y="11240"/>
                  <a:pt x="7361" y="11049"/>
                </a:cubicBezTo>
                <a:cubicBezTo>
                  <a:pt x="7361" y="10858"/>
                  <a:pt x="7516" y="10704"/>
                  <a:pt x="7707" y="10704"/>
                </a:cubicBezTo>
                <a:lnTo>
                  <a:pt x="8114" y="10704"/>
                </a:lnTo>
                <a:lnTo>
                  <a:pt x="8114" y="10437"/>
                </a:lnTo>
                <a:cubicBezTo>
                  <a:pt x="6945" y="10286"/>
                  <a:pt x="6042" y="9287"/>
                  <a:pt x="6042" y="8077"/>
                </a:cubicBezTo>
                <a:lnTo>
                  <a:pt x="6042" y="7892"/>
                </a:lnTo>
                <a:cubicBezTo>
                  <a:pt x="6042" y="7702"/>
                  <a:pt x="6196" y="7547"/>
                  <a:pt x="6387" y="7547"/>
                </a:cubicBezTo>
                <a:cubicBezTo>
                  <a:pt x="6578" y="7547"/>
                  <a:pt x="6732" y="7702"/>
                  <a:pt x="6732" y="7892"/>
                </a:cubicBezTo>
                <a:lnTo>
                  <a:pt x="6732" y="8077"/>
                </a:lnTo>
                <a:cubicBezTo>
                  <a:pt x="6732" y="9010"/>
                  <a:pt x="7489" y="9767"/>
                  <a:pt x="8422" y="9767"/>
                </a:cubicBezTo>
                <a:cubicBezTo>
                  <a:pt x="9355" y="9767"/>
                  <a:pt x="10111" y="9010"/>
                  <a:pt x="10111" y="8077"/>
                </a:cubicBezTo>
                <a:lnTo>
                  <a:pt x="10111" y="7892"/>
                </a:lnTo>
                <a:cubicBezTo>
                  <a:pt x="10111" y="7702"/>
                  <a:pt x="10266" y="7547"/>
                  <a:pt x="10457" y="7547"/>
                </a:cubicBezTo>
                <a:cubicBezTo>
                  <a:pt x="10647" y="7547"/>
                  <a:pt x="10802" y="7702"/>
                  <a:pt x="10802" y="7892"/>
                </a:cubicBezTo>
                <a:lnTo>
                  <a:pt x="10802" y="8077"/>
                </a:lnTo>
                <a:cubicBezTo>
                  <a:pt x="10802" y="9262"/>
                  <a:pt x="9937" y="10244"/>
                  <a:pt x="8804" y="10427"/>
                </a:cubicBezTo>
                <a:close/>
              </a:path>
            </a:pathLst>
          </a:custGeom>
          <a:solidFill>
            <a:srgbClr val="122E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58D1F475-9B44-6A53-BB1C-BE0CF9251B36}"/>
              </a:ext>
            </a:extLst>
          </p:cNvPr>
          <p:cNvGrpSpPr/>
          <p:nvPr/>
        </p:nvGrpSpPr>
        <p:grpSpPr>
          <a:xfrm>
            <a:off x="5698505" y="1768735"/>
            <a:ext cx="841330" cy="875724"/>
            <a:chOff x="5622305" y="1768735"/>
            <a:chExt cx="841330" cy="875724"/>
          </a:xfrm>
        </p:grpSpPr>
        <p:sp>
          <p:nvSpPr>
            <p:cNvPr id="39" name="任意多边形: 形状 38">
              <a:extLst>
                <a:ext uri="{FF2B5EF4-FFF2-40B4-BE49-F238E27FC236}">
                  <a16:creationId xmlns:a16="http://schemas.microsoft.com/office/drawing/2014/main" id="{41177957-B85E-6AB7-6610-88C6DE96D584}"/>
                </a:ext>
              </a:extLst>
            </p:cNvPr>
            <p:cNvSpPr/>
            <p:nvPr/>
          </p:nvSpPr>
          <p:spPr>
            <a:xfrm>
              <a:off x="5622305" y="1768735"/>
              <a:ext cx="841330" cy="875724"/>
            </a:xfrm>
            <a:custGeom>
              <a:avLst/>
              <a:gdLst>
                <a:gd name="connsiteX0" fmla="*/ 420665 w 841330"/>
                <a:gd name="connsiteY0" fmla="*/ 44060 h 875724"/>
                <a:gd name="connsiteX1" fmla="*/ 44060 w 841330"/>
                <a:gd name="connsiteY1" fmla="*/ 420665 h 875724"/>
                <a:gd name="connsiteX2" fmla="*/ 344766 w 841330"/>
                <a:gd name="connsiteY2" fmla="*/ 789619 h 875724"/>
                <a:gd name="connsiteX3" fmla="*/ 401034 w 841330"/>
                <a:gd name="connsiteY3" fmla="*/ 795291 h 875724"/>
                <a:gd name="connsiteX4" fmla="*/ 440296 w 841330"/>
                <a:gd name="connsiteY4" fmla="*/ 795291 h 875724"/>
                <a:gd name="connsiteX5" fmla="*/ 496564 w 841330"/>
                <a:gd name="connsiteY5" fmla="*/ 789619 h 875724"/>
                <a:gd name="connsiteX6" fmla="*/ 797270 w 841330"/>
                <a:gd name="connsiteY6" fmla="*/ 420665 h 875724"/>
                <a:gd name="connsiteX7" fmla="*/ 420665 w 841330"/>
                <a:gd name="connsiteY7" fmla="*/ 44060 h 875724"/>
                <a:gd name="connsiteX8" fmla="*/ 420665 w 841330"/>
                <a:gd name="connsiteY8" fmla="*/ 0 h 875724"/>
                <a:gd name="connsiteX9" fmla="*/ 841330 w 841330"/>
                <a:gd name="connsiteY9" fmla="*/ 420665 h 875724"/>
                <a:gd name="connsiteX10" fmla="*/ 505444 w 841330"/>
                <a:gd name="connsiteY10" fmla="*/ 832784 h 875724"/>
                <a:gd name="connsiteX11" fmla="*/ 485313 w 841330"/>
                <a:gd name="connsiteY11" fmla="*/ 834813 h 875724"/>
                <a:gd name="connsiteX12" fmla="*/ 411027 w 841330"/>
                <a:gd name="connsiteY12" fmla="*/ 875724 h 875724"/>
                <a:gd name="connsiteX13" fmla="*/ 329400 w 841330"/>
                <a:gd name="connsiteY13" fmla="*/ 830770 h 875724"/>
                <a:gd name="connsiteX14" fmla="*/ 256923 w 841330"/>
                <a:gd name="connsiteY14" fmla="*/ 808272 h 875724"/>
                <a:gd name="connsiteX15" fmla="*/ 0 w 841330"/>
                <a:gd name="connsiteY15" fmla="*/ 420665 h 875724"/>
                <a:gd name="connsiteX16" fmla="*/ 420665 w 841330"/>
                <a:gd name="connsiteY16" fmla="*/ 0 h 875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41330" h="875724">
                  <a:moveTo>
                    <a:pt x="420665" y="44060"/>
                  </a:moveTo>
                  <a:cubicBezTo>
                    <a:pt x="212672" y="44060"/>
                    <a:pt x="44060" y="212672"/>
                    <a:pt x="44060" y="420665"/>
                  </a:cubicBezTo>
                  <a:cubicBezTo>
                    <a:pt x="44060" y="602659"/>
                    <a:pt x="173154" y="754502"/>
                    <a:pt x="344766" y="789619"/>
                  </a:cubicBezTo>
                  <a:lnTo>
                    <a:pt x="401034" y="795291"/>
                  </a:lnTo>
                  <a:lnTo>
                    <a:pt x="440296" y="795291"/>
                  </a:lnTo>
                  <a:lnTo>
                    <a:pt x="496564" y="789619"/>
                  </a:lnTo>
                  <a:cubicBezTo>
                    <a:pt x="668177" y="754502"/>
                    <a:pt x="797270" y="602659"/>
                    <a:pt x="797270" y="420665"/>
                  </a:cubicBezTo>
                  <a:cubicBezTo>
                    <a:pt x="797270" y="212672"/>
                    <a:pt x="628658" y="44060"/>
                    <a:pt x="420665" y="44060"/>
                  </a:cubicBezTo>
                  <a:close/>
                  <a:moveTo>
                    <a:pt x="420665" y="0"/>
                  </a:moveTo>
                  <a:cubicBezTo>
                    <a:pt x="652992" y="0"/>
                    <a:pt x="841330" y="188338"/>
                    <a:pt x="841330" y="420665"/>
                  </a:cubicBezTo>
                  <a:cubicBezTo>
                    <a:pt x="841330" y="623951"/>
                    <a:pt x="697134" y="793558"/>
                    <a:pt x="505444" y="832784"/>
                  </a:cubicBezTo>
                  <a:lnTo>
                    <a:pt x="485313" y="834813"/>
                  </a:lnTo>
                  <a:lnTo>
                    <a:pt x="411027" y="875724"/>
                  </a:lnTo>
                  <a:lnTo>
                    <a:pt x="329400" y="830770"/>
                  </a:lnTo>
                  <a:lnTo>
                    <a:pt x="256923" y="808272"/>
                  </a:lnTo>
                  <a:cubicBezTo>
                    <a:pt x="105940" y="744412"/>
                    <a:pt x="0" y="594910"/>
                    <a:pt x="0" y="420665"/>
                  </a:cubicBezTo>
                  <a:cubicBezTo>
                    <a:pt x="0" y="188338"/>
                    <a:pt x="188338" y="0"/>
                    <a:pt x="420665" y="0"/>
                  </a:cubicBezTo>
                  <a:close/>
                </a:path>
              </a:pathLst>
            </a:custGeom>
            <a:solidFill>
              <a:srgbClr val="122E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iconfont-10774-5582328">
              <a:extLst>
                <a:ext uri="{FF2B5EF4-FFF2-40B4-BE49-F238E27FC236}">
                  <a16:creationId xmlns:a16="http://schemas.microsoft.com/office/drawing/2014/main" id="{190BB2B6-9024-D90B-841C-3A39AAFB48E4}"/>
                </a:ext>
              </a:extLst>
            </p:cNvPr>
            <p:cNvSpPr/>
            <p:nvPr/>
          </p:nvSpPr>
          <p:spPr>
            <a:xfrm>
              <a:off x="5890548" y="2085316"/>
              <a:ext cx="304843" cy="263569"/>
            </a:xfrm>
            <a:custGeom>
              <a:avLst/>
              <a:gdLst>
                <a:gd name="T0" fmla="*/ 12533 w 12800"/>
                <a:gd name="T1" fmla="*/ 10533 h 11067"/>
                <a:gd name="T2" fmla="*/ 12133 w 12800"/>
                <a:gd name="T3" fmla="*/ 10533 h 11067"/>
                <a:gd name="T4" fmla="*/ 12133 w 12800"/>
                <a:gd name="T5" fmla="*/ 1067 h 11067"/>
                <a:gd name="T6" fmla="*/ 11067 w 12800"/>
                <a:gd name="T7" fmla="*/ 0 h 11067"/>
                <a:gd name="T8" fmla="*/ 10000 w 12800"/>
                <a:gd name="T9" fmla="*/ 0 h 11067"/>
                <a:gd name="T10" fmla="*/ 8933 w 12800"/>
                <a:gd name="T11" fmla="*/ 1067 h 11067"/>
                <a:gd name="T12" fmla="*/ 8933 w 12800"/>
                <a:gd name="T13" fmla="*/ 10533 h 11067"/>
                <a:gd name="T14" fmla="*/ 8133 w 12800"/>
                <a:gd name="T15" fmla="*/ 10533 h 11067"/>
                <a:gd name="T16" fmla="*/ 8133 w 12800"/>
                <a:gd name="T17" fmla="*/ 3467 h 11067"/>
                <a:gd name="T18" fmla="*/ 7067 w 12800"/>
                <a:gd name="T19" fmla="*/ 2400 h 11067"/>
                <a:gd name="T20" fmla="*/ 6000 w 12800"/>
                <a:gd name="T21" fmla="*/ 2400 h 11067"/>
                <a:gd name="T22" fmla="*/ 4933 w 12800"/>
                <a:gd name="T23" fmla="*/ 3467 h 11067"/>
                <a:gd name="T24" fmla="*/ 4933 w 12800"/>
                <a:gd name="T25" fmla="*/ 10533 h 11067"/>
                <a:gd name="T26" fmla="*/ 4133 w 12800"/>
                <a:gd name="T27" fmla="*/ 10533 h 11067"/>
                <a:gd name="T28" fmla="*/ 4133 w 12800"/>
                <a:gd name="T29" fmla="*/ 5867 h 11067"/>
                <a:gd name="T30" fmla="*/ 3067 w 12800"/>
                <a:gd name="T31" fmla="*/ 4800 h 11067"/>
                <a:gd name="T32" fmla="*/ 2000 w 12800"/>
                <a:gd name="T33" fmla="*/ 4800 h 11067"/>
                <a:gd name="T34" fmla="*/ 933 w 12800"/>
                <a:gd name="T35" fmla="*/ 5867 h 11067"/>
                <a:gd name="T36" fmla="*/ 933 w 12800"/>
                <a:gd name="T37" fmla="*/ 10533 h 11067"/>
                <a:gd name="T38" fmla="*/ 267 w 12800"/>
                <a:gd name="T39" fmla="*/ 10533 h 11067"/>
                <a:gd name="T40" fmla="*/ 0 w 12800"/>
                <a:gd name="T41" fmla="*/ 10800 h 11067"/>
                <a:gd name="T42" fmla="*/ 267 w 12800"/>
                <a:gd name="T43" fmla="*/ 11067 h 11067"/>
                <a:gd name="T44" fmla="*/ 12533 w 12800"/>
                <a:gd name="T45" fmla="*/ 11067 h 11067"/>
                <a:gd name="T46" fmla="*/ 12800 w 12800"/>
                <a:gd name="T47" fmla="*/ 10800 h 11067"/>
                <a:gd name="T48" fmla="*/ 12533 w 12800"/>
                <a:gd name="T49" fmla="*/ 10533 h 110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2800" h="11067">
                  <a:moveTo>
                    <a:pt x="12533" y="10533"/>
                  </a:moveTo>
                  <a:lnTo>
                    <a:pt x="12133" y="10533"/>
                  </a:lnTo>
                  <a:lnTo>
                    <a:pt x="12133" y="1067"/>
                  </a:lnTo>
                  <a:cubicBezTo>
                    <a:pt x="12133" y="480"/>
                    <a:pt x="11653" y="0"/>
                    <a:pt x="11067" y="0"/>
                  </a:cubicBezTo>
                  <a:lnTo>
                    <a:pt x="10000" y="0"/>
                  </a:lnTo>
                  <a:cubicBezTo>
                    <a:pt x="9413" y="0"/>
                    <a:pt x="8933" y="480"/>
                    <a:pt x="8933" y="1067"/>
                  </a:cubicBezTo>
                  <a:lnTo>
                    <a:pt x="8933" y="10533"/>
                  </a:lnTo>
                  <a:lnTo>
                    <a:pt x="8133" y="10533"/>
                  </a:lnTo>
                  <a:lnTo>
                    <a:pt x="8133" y="3467"/>
                  </a:lnTo>
                  <a:cubicBezTo>
                    <a:pt x="8133" y="2880"/>
                    <a:pt x="7653" y="2400"/>
                    <a:pt x="7067" y="2400"/>
                  </a:cubicBezTo>
                  <a:lnTo>
                    <a:pt x="6000" y="2400"/>
                  </a:lnTo>
                  <a:cubicBezTo>
                    <a:pt x="5413" y="2400"/>
                    <a:pt x="4933" y="2880"/>
                    <a:pt x="4933" y="3467"/>
                  </a:cubicBezTo>
                  <a:lnTo>
                    <a:pt x="4933" y="10533"/>
                  </a:lnTo>
                  <a:lnTo>
                    <a:pt x="4133" y="10533"/>
                  </a:lnTo>
                  <a:lnTo>
                    <a:pt x="4133" y="5867"/>
                  </a:lnTo>
                  <a:cubicBezTo>
                    <a:pt x="4133" y="5280"/>
                    <a:pt x="3653" y="4800"/>
                    <a:pt x="3067" y="4800"/>
                  </a:cubicBezTo>
                  <a:lnTo>
                    <a:pt x="2000" y="4800"/>
                  </a:lnTo>
                  <a:cubicBezTo>
                    <a:pt x="1413" y="4800"/>
                    <a:pt x="933" y="5280"/>
                    <a:pt x="933" y="5867"/>
                  </a:cubicBezTo>
                  <a:lnTo>
                    <a:pt x="933" y="10533"/>
                  </a:lnTo>
                  <a:lnTo>
                    <a:pt x="267" y="10533"/>
                  </a:lnTo>
                  <a:cubicBezTo>
                    <a:pt x="107" y="10533"/>
                    <a:pt x="0" y="10640"/>
                    <a:pt x="0" y="10800"/>
                  </a:cubicBezTo>
                  <a:cubicBezTo>
                    <a:pt x="0" y="10960"/>
                    <a:pt x="107" y="11067"/>
                    <a:pt x="267" y="11067"/>
                  </a:cubicBezTo>
                  <a:lnTo>
                    <a:pt x="12533" y="11067"/>
                  </a:lnTo>
                  <a:cubicBezTo>
                    <a:pt x="12693" y="11067"/>
                    <a:pt x="12800" y="10960"/>
                    <a:pt x="12800" y="10800"/>
                  </a:cubicBezTo>
                  <a:cubicBezTo>
                    <a:pt x="12800" y="10640"/>
                    <a:pt x="12693" y="10533"/>
                    <a:pt x="12533" y="10533"/>
                  </a:cubicBezTo>
                  <a:close/>
                </a:path>
              </a:pathLst>
            </a:custGeom>
            <a:solidFill>
              <a:srgbClr val="122E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1" name="graduation-student-cap_42920">
            <a:extLst>
              <a:ext uri="{FF2B5EF4-FFF2-40B4-BE49-F238E27FC236}">
                <a16:creationId xmlns:a16="http://schemas.microsoft.com/office/drawing/2014/main" id="{0409358A-247D-D295-8621-2858D9496912}"/>
              </a:ext>
            </a:extLst>
          </p:cNvPr>
          <p:cNvSpPr/>
          <p:nvPr/>
        </p:nvSpPr>
        <p:spPr>
          <a:xfrm>
            <a:off x="10440889" y="2031341"/>
            <a:ext cx="431177" cy="306488"/>
          </a:xfrm>
          <a:custGeom>
            <a:avLst/>
            <a:gdLst>
              <a:gd name="connsiteX0" fmla="*/ 139317 w 597041"/>
              <a:gd name="connsiteY0" fmla="*/ 213573 h 424388"/>
              <a:gd name="connsiteX1" fmla="*/ 394782 w 597041"/>
              <a:gd name="connsiteY1" fmla="*/ 299620 h 424388"/>
              <a:gd name="connsiteX2" fmla="*/ 488070 w 597041"/>
              <a:gd name="connsiteY2" fmla="*/ 216441 h 424388"/>
              <a:gd name="connsiteX3" fmla="*/ 488070 w 597041"/>
              <a:gd name="connsiteY3" fmla="*/ 326868 h 424388"/>
              <a:gd name="connsiteX4" fmla="*/ 434968 w 597041"/>
              <a:gd name="connsiteY4" fmla="*/ 362721 h 424388"/>
              <a:gd name="connsiteX5" fmla="*/ 377560 w 597041"/>
              <a:gd name="connsiteY5" fmla="*/ 424388 h 424388"/>
              <a:gd name="connsiteX6" fmla="*/ 241216 w 597041"/>
              <a:gd name="connsiteY6" fmla="*/ 355550 h 424388"/>
              <a:gd name="connsiteX7" fmla="*/ 139317 w 597041"/>
              <a:gd name="connsiteY7" fmla="*/ 355550 h 424388"/>
              <a:gd name="connsiteX8" fmla="*/ 262641 w 597041"/>
              <a:gd name="connsiteY8" fmla="*/ 0 h 424388"/>
              <a:gd name="connsiteX9" fmla="*/ 597041 w 597041"/>
              <a:gd name="connsiteY9" fmla="*/ 96010 h 424388"/>
              <a:gd name="connsiteX10" fmla="*/ 391808 w 597041"/>
              <a:gd name="connsiteY10" fmla="*/ 279433 h 424388"/>
              <a:gd name="connsiteX11" fmla="*/ 68889 w 597041"/>
              <a:gd name="connsiteY11" fmla="*/ 174825 h 424388"/>
              <a:gd name="connsiteX12" fmla="*/ 68889 w 597041"/>
              <a:gd name="connsiteY12" fmla="*/ 283732 h 424388"/>
              <a:gd name="connsiteX13" fmla="*/ 87547 w 597041"/>
              <a:gd name="connsiteY13" fmla="*/ 283732 h 424388"/>
              <a:gd name="connsiteX14" fmla="*/ 87547 w 597041"/>
              <a:gd name="connsiteY14" fmla="*/ 362546 h 424388"/>
              <a:gd name="connsiteX15" fmla="*/ 22963 w 597041"/>
              <a:gd name="connsiteY15" fmla="*/ 362546 h 424388"/>
              <a:gd name="connsiteX16" fmla="*/ 22963 w 597041"/>
              <a:gd name="connsiteY16" fmla="*/ 283732 h 424388"/>
              <a:gd name="connsiteX17" fmla="*/ 41621 w 597041"/>
              <a:gd name="connsiteY17" fmla="*/ 283732 h 424388"/>
              <a:gd name="connsiteX18" fmla="*/ 41621 w 597041"/>
              <a:gd name="connsiteY18" fmla="*/ 166227 h 424388"/>
              <a:gd name="connsiteX19" fmla="*/ 0 w 597041"/>
              <a:gd name="connsiteY19" fmla="*/ 153330 h 424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97041" h="424388">
                <a:moveTo>
                  <a:pt x="139317" y="213573"/>
                </a:moveTo>
                <a:lnTo>
                  <a:pt x="394782" y="299620"/>
                </a:lnTo>
                <a:lnTo>
                  <a:pt x="488070" y="216441"/>
                </a:lnTo>
                <a:lnTo>
                  <a:pt x="488070" y="326868"/>
                </a:lnTo>
                <a:cubicBezTo>
                  <a:pt x="488070" y="326868"/>
                  <a:pt x="465107" y="342643"/>
                  <a:pt x="434968" y="362721"/>
                </a:cubicBezTo>
                <a:cubicBezTo>
                  <a:pt x="403393" y="381365"/>
                  <a:pt x="377560" y="424388"/>
                  <a:pt x="377560" y="424388"/>
                </a:cubicBezTo>
                <a:cubicBezTo>
                  <a:pt x="377560" y="424388"/>
                  <a:pt x="292883" y="372760"/>
                  <a:pt x="241216" y="355550"/>
                </a:cubicBezTo>
                <a:cubicBezTo>
                  <a:pt x="190984" y="338341"/>
                  <a:pt x="139317" y="355550"/>
                  <a:pt x="139317" y="355550"/>
                </a:cubicBezTo>
                <a:close/>
                <a:moveTo>
                  <a:pt x="262641" y="0"/>
                </a:moveTo>
                <a:lnTo>
                  <a:pt x="597041" y="96010"/>
                </a:lnTo>
                <a:lnTo>
                  <a:pt x="391808" y="279433"/>
                </a:lnTo>
                <a:lnTo>
                  <a:pt x="68889" y="174825"/>
                </a:lnTo>
                <a:lnTo>
                  <a:pt x="68889" y="283732"/>
                </a:lnTo>
                <a:lnTo>
                  <a:pt x="87547" y="283732"/>
                </a:lnTo>
                <a:lnTo>
                  <a:pt x="87547" y="362546"/>
                </a:lnTo>
                <a:lnTo>
                  <a:pt x="22963" y="362546"/>
                </a:lnTo>
                <a:lnTo>
                  <a:pt x="22963" y="283732"/>
                </a:lnTo>
                <a:lnTo>
                  <a:pt x="41621" y="283732"/>
                </a:lnTo>
                <a:lnTo>
                  <a:pt x="41621" y="166227"/>
                </a:lnTo>
                <a:lnTo>
                  <a:pt x="0" y="153330"/>
                </a:lnTo>
                <a:close/>
              </a:path>
            </a:pathLst>
          </a:custGeom>
          <a:solidFill>
            <a:srgbClr val="122E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iconfont-10026-4294054">
            <a:extLst>
              <a:ext uri="{FF2B5EF4-FFF2-40B4-BE49-F238E27FC236}">
                <a16:creationId xmlns:a16="http://schemas.microsoft.com/office/drawing/2014/main" id="{139FF1E7-0839-1AE6-EEF7-579EA2CB5E94}"/>
              </a:ext>
            </a:extLst>
          </p:cNvPr>
          <p:cNvSpPr/>
          <p:nvPr/>
        </p:nvSpPr>
        <p:spPr>
          <a:xfrm>
            <a:off x="8199288" y="1995153"/>
            <a:ext cx="404234" cy="353732"/>
          </a:xfrm>
          <a:custGeom>
            <a:avLst/>
            <a:gdLst>
              <a:gd name="T0" fmla="*/ 5034 w 11506"/>
              <a:gd name="T1" fmla="*/ 7191 h 10068"/>
              <a:gd name="T2" fmla="*/ 3647 w 11506"/>
              <a:gd name="T3" fmla="*/ 8270 h 10068"/>
              <a:gd name="T4" fmla="*/ 0 w 11506"/>
              <a:gd name="T5" fmla="*/ 8270 h 10068"/>
              <a:gd name="T6" fmla="*/ 0 w 11506"/>
              <a:gd name="T7" fmla="*/ 8989 h 10068"/>
              <a:gd name="T8" fmla="*/ 3647 w 11506"/>
              <a:gd name="T9" fmla="*/ 8989 h 10068"/>
              <a:gd name="T10" fmla="*/ 5034 w 11506"/>
              <a:gd name="T11" fmla="*/ 10068 h 10068"/>
              <a:gd name="T12" fmla="*/ 6421 w 11506"/>
              <a:gd name="T13" fmla="*/ 8989 h 10068"/>
              <a:gd name="T14" fmla="*/ 11506 w 11506"/>
              <a:gd name="T15" fmla="*/ 8989 h 10068"/>
              <a:gd name="T16" fmla="*/ 11506 w 11506"/>
              <a:gd name="T17" fmla="*/ 8270 h 10068"/>
              <a:gd name="T18" fmla="*/ 6421 w 11506"/>
              <a:gd name="T19" fmla="*/ 8270 h 10068"/>
              <a:gd name="T20" fmla="*/ 5034 w 11506"/>
              <a:gd name="T21" fmla="*/ 7191 h 10068"/>
              <a:gd name="T22" fmla="*/ 8629 w 11506"/>
              <a:gd name="T23" fmla="*/ 5753 h 10068"/>
              <a:gd name="T24" fmla="*/ 7910 w 11506"/>
              <a:gd name="T25" fmla="*/ 5034 h 10068"/>
              <a:gd name="T26" fmla="*/ 8629 w 11506"/>
              <a:gd name="T27" fmla="*/ 4315 h 10068"/>
              <a:gd name="T28" fmla="*/ 9348 w 11506"/>
              <a:gd name="T29" fmla="*/ 5034 h 10068"/>
              <a:gd name="T30" fmla="*/ 8629 w 11506"/>
              <a:gd name="T31" fmla="*/ 5753 h 10068"/>
              <a:gd name="T32" fmla="*/ 8629 w 11506"/>
              <a:gd name="T33" fmla="*/ 3596 h 10068"/>
              <a:gd name="T34" fmla="*/ 7242 w 11506"/>
              <a:gd name="T35" fmla="*/ 4674 h 10068"/>
              <a:gd name="T36" fmla="*/ 0 w 11506"/>
              <a:gd name="T37" fmla="*/ 4674 h 10068"/>
              <a:gd name="T38" fmla="*/ 0 w 11506"/>
              <a:gd name="T39" fmla="*/ 5394 h 10068"/>
              <a:gd name="T40" fmla="*/ 7242 w 11506"/>
              <a:gd name="T41" fmla="*/ 5394 h 10068"/>
              <a:gd name="T42" fmla="*/ 8629 w 11506"/>
              <a:gd name="T43" fmla="*/ 6472 h 10068"/>
              <a:gd name="T44" fmla="*/ 10016 w 11506"/>
              <a:gd name="T45" fmla="*/ 5394 h 10068"/>
              <a:gd name="T46" fmla="*/ 11506 w 11506"/>
              <a:gd name="T47" fmla="*/ 5394 h 10068"/>
              <a:gd name="T48" fmla="*/ 11506 w 11506"/>
              <a:gd name="T49" fmla="*/ 4674 h 10068"/>
              <a:gd name="T50" fmla="*/ 10016 w 11506"/>
              <a:gd name="T51" fmla="*/ 4674 h 10068"/>
              <a:gd name="T52" fmla="*/ 8629 w 11506"/>
              <a:gd name="T53" fmla="*/ 3596 h 10068"/>
              <a:gd name="T54" fmla="*/ 4623 w 11506"/>
              <a:gd name="T55" fmla="*/ 1079 h 10068"/>
              <a:gd name="T56" fmla="*/ 3236 w 11506"/>
              <a:gd name="T57" fmla="*/ 0 h 10068"/>
              <a:gd name="T58" fmla="*/ 1849 w 11506"/>
              <a:gd name="T59" fmla="*/ 1079 h 10068"/>
              <a:gd name="T60" fmla="*/ 0 w 11506"/>
              <a:gd name="T61" fmla="*/ 1079 h 10068"/>
              <a:gd name="T62" fmla="*/ 0 w 11506"/>
              <a:gd name="T63" fmla="*/ 1798 h 10068"/>
              <a:gd name="T64" fmla="*/ 1849 w 11506"/>
              <a:gd name="T65" fmla="*/ 1798 h 10068"/>
              <a:gd name="T66" fmla="*/ 3236 w 11506"/>
              <a:gd name="T67" fmla="*/ 2877 h 10068"/>
              <a:gd name="T68" fmla="*/ 4623 w 11506"/>
              <a:gd name="T69" fmla="*/ 1798 h 10068"/>
              <a:gd name="T70" fmla="*/ 11506 w 11506"/>
              <a:gd name="T71" fmla="*/ 1798 h 10068"/>
              <a:gd name="T72" fmla="*/ 11506 w 11506"/>
              <a:gd name="T73" fmla="*/ 1079 h 10068"/>
              <a:gd name="T74" fmla="*/ 4623 w 11506"/>
              <a:gd name="T75" fmla="*/ 1079 h 10068"/>
              <a:gd name="T76" fmla="*/ 5034 w 11506"/>
              <a:gd name="T77" fmla="*/ 9348 h 10068"/>
              <a:gd name="T78" fmla="*/ 4315 w 11506"/>
              <a:gd name="T79" fmla="*/ 8629 h 10068"/>
              <a:gd name="T80" fmla="*/ 5034 w 11506"/>
              <a:gd name="T81" fmla="*/ 7910 h 10068"/>
              <a:gd name="T82" fmla="*/ 5753 w 11506"/>
              <a:gd name="T83" fmla="*/ 8629 h 10068"/>
              <a:gd name="T84" fmla="*/ 5034 w 11506"/>
              <a:gd name="T85" fmla="*/ 9348 h 10068"/>
              <a:gd name="T86" fmla="*/ 3236 w 11506"/>
              <a:gd name="T87" fmla="*/ 2158 h 10068"/>
              <a:gd name="T88" fmla="*/ 2517 w 11506"/>
              <a:gd name="T89" fmla="*/ 1439 h 10068"/>
              <a:gd name="T90" fmla="*/ 3236 w 11506"/>
              <a:gd name="T91" fmla="*/ 720 h 10068"/>
              <a:gd name="T92" fmla="*/ 3955 w 11506"/>
              <a:gd name="T93" fmla="*/ 1439 h 10068"/>
              <a:gd name="T94" fmla="*/ 3236 w 11506"/>
              <a:gd name="T95" fmla="*/ 2158 h 100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11506" h="10068">
                <a:moveTo>
                  <a:pt x="5034" y="7191"/>
                </a:moveTo>
                <a:cubicBezTo>
                  <a:pt x="4366" y="7191"/>
                  <a:pt x="3807" y="7651"/>
                  <a:pt x="3647" y="8270"/>
                </a:cubicBezTo>
                <a:lnTo>
                  <a:pt x="0" y="8270"/>
                </a:lnTo>
                <a:lnTo>
                  <a:pt x="0" y="8989"/>
                </a:lnTo>
                <a:lnTo>
                  <a:pt x="3647" y="8989"/>
                </a:lnTo>
                <a:cubicBezTo>
                  <a:pt x="3807" y="9608"/>
                  <a:pt x="4365" y="10068"/>
                  <a:pt x="5034" y="10068"/>
                </a:cubicBezTo>
                <a:cubicBezTo>
                  <a:pt x="5702" y="10068"/>
                  <a:pt x="6260" y="9608"/>
                  <a:pt x="6421" y="8989"/>
                </a:cubicBezTo>
                <a:lnTo>
                  <a:pt x="11506" y="8989"/>
                </a:lnTo>
                <a:lnTo>
                  <a:pt x="11506" y="8270"/>
                </a:lnTo>
                <a:lnTo>
                  <a:pt x="6421" y="8270"/>
                </a:lnTo>
                <a:cubicBezTo>
                  <a:pt x="6260" y="7651"/>
                  <a:pt x="5702" y="7191"/>
                  <a:pt x="5034" y="7191"/>
                </a:cubicBezTo>
                <a:close/>
                <a:moveTo>
                  <a:pt x="8629" y="5753"/>
                </a:moveTo>
                <a:cubicBezTo>
                  <a:pt x="8233" y="5753"/>
                  <a:pt x="7910" y="5430"/>
                  <a:pt x="7910" y="5034"/>
                </a:cubicBezTo>
                <a:cubicBezTo>
                  <a:pt x="7910" y="4637"/>
                  <a:pt x="8233" y="4315"/>
                  <a:pt x="8629" y="4315"/>
                </a:cubicBezTo>
                <a:cubicBezTo>
                  <a:pt x="9026" y="4315"/>
                  <a:pt x="9348" y="4637"/>
                  <a:pt x="9348" y="5034"/>
                </a:cubicBezTo>
                <a:cubicBezTo>
                  <a:pt x="9348" y="5430"/>
                  <a:pt x="9026" y="5753"/>
                  <a:pt x="8629" y="5753"/>
                </a:cubicBezTo>
                <a:close/>
                <a:moveTo>
                  <a:pt x="8629" y="3596"/>
                </a:moveTo>
                <a:cubicBezTo>
                  <a:pt x="7961" y="3596"/>
                  <a:pt x="7403" y="4056"/>
                  <a:pt x="7242" y="4674"/>
                </a:cubicBezTo>
                <a:lnTo>
                  <a:pt x="0" y="4674"/>
                </a:lnTo>
                <a:lnTo>
                  <a:pt x="0" y="5394"/>
                </a:lnTo>
                <a:lnTo>
                  <a:pt x="7242" y="5394"/>
                </a:lnTo>
                <a:cubicBezTo>
                  <a:pt x="7403" y="6012"/>
                  <a:pt x="7961" y="6472"/>
                  <a:pt x="8629" y="6472"/>
                </a:cubicBezTo>
                <a:cubicBezTo>
                  <a:pt x="9298" y="6472"/>
                  <a:pt x="9855" y="6012"/>
                  <a:pt x="10016" y="5394"/>
                </a:cubicBezTo>
                <a:lnTo>
                  <a:pt x="11506" y="5394"/>
                </a:lnTo>
                <a:lnTo>
                  <a:pt x="11506" y="4674"/>
                </a:lnTo>
                <a:lnTo>
                  <a:pt x="10016" y="4674"/>
                </a:lnTo>
                <a:cubicBezTo>
                  <a:pt x="9855" y="4056"/>
                  <a:pt x="9298" y="3596"/>
                  <a:pt x="8629" y="3596"/>
                </a:cubicBezTo>
                <a:close/>
                <a:moveTo>
                  <a:pt x="4623" y="1079"/>
                </a:moveTo>
                <a:cubicBezTo>
                  <a:pt x="4463" y="460"/>
                  <a:pt x="3904" y="0"/>
                  <a:pt x="3236" y="0"/>
                </a:cubicBezTo>
                <a:cubicBezTo>
                  <a:pt x="2568" y="0"/>
                  <a:pt x="2010" y="460"/>
                  <a:pt x="1849" y="1079"/>
                </a:cubicBezTo>
                <a:lnTo>
                  <a:pt x="0" y="1079"/>
                </a:lnTo>
                <a:lnTo>
                  <a:pt x="0" y="1798"/>
                </a:lnTo>
                <a:lnTo>
                  <a:pt x="1849" y="1798"/>
                </a:lnTo>
                <a:cubicBezTo>
                  <a:pt x="2010" y="2417"/>
                  <a:pt x="2568" y="2877"/>
                  <a:pt x="3236" y="2877"/>
                </a:cubicBezTo>
                <a:cubicBezTo>
                  <a:pt x="3904" y="2877"/>
                  <a:pt x="4463" y="2417"/>
                  <a:pt x="4623" y="1798"/>
                </a:cubicBezTo>
                <a:lnTo>
                  <a:pt x="11506" y="1798"/>
                </a:lnTo>
                <a:lnTo>
                  <a:pt x="11506" y="1079"/>
                </a:lnTo>
                <a:lnTo>
                  <a:pt x="4623" y="1079"/>
                </a:lnTo>
                <a:close/>
                <a:moveTo>
                  <a:pt x="5034" y="9348"/>
                </a:moveTo>
                <a:cubicBezTo>
                  <a:pt x="4637" y="9348"/>
                  <a:pt x="4315" y="9026"/>
                  <a:pt x="4315" y="8629"/>
                </a:cubicBezTo>
                <a:cubicBezTo>
                  <a:pt x="4315" y="8233"/>
                  <a:pt x="4637" y="7910"/>
                  <a:pt x="5034" y="7910"/>
                </a:cubicBezTo>
                <a:cubicBezTo>
                  <a:pt x="5430" y="7910"/>
                  <a:pt x="5753" y="8233"/>
                  <a:pt x="5753" y="8629"/>
                </a:cubicBezTo>
                <a:cubicBezTo>
                  <a:pt x="5753" y="9026"/>
                  <a:pt x="5430" y="9348"/>
                  <a:pt x="5034" y="9348"/>
                </a:cubicBezTo>
                <a:close/>
                <a:moveTo>
                  <a:pt x="3236" y="2158"/>
                </a:moveTo>
                <a:cubicBezTo>
                  <a:pt x="2840" y="2158"/>
                  <a:pt x="2517" y="1835"/>
                  <a:pt x="2517" y="1439"/>
                </a:cubicBezTo>
                <a:cubicBezTo>
                  <a:pt x="2517" y="1042"/>
                  <a:pt x="2840" y="720"/>
                  <a:pt x="3236" y="720"/>
                </a:cubicBezTo>
                <a:cubicBezTo>
                  <a:pt x="3633" y="720"/>
                  <a:pt x="3955" y="1042"/>
                  <a:pt x="3955" y="1439"/>
                </a:cubicBezTo>
                <a:cubicBezTo>
                  <a:pt x="3955" y="1835"/>
                  <a:pt x="3633" y="2158"/>
                  <a:pt x="3236" y="2158"/>
                </a:cubicBezTo>
                <a:close/>
              </a:path>
            </a:pathLst>
          </a:custGeom>
          <a:solidFill>
            <a:srgbClr val="122E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71851BE1-963B-295D-7EFD-D22665DBC9BB}"/>
              </a:ext>
            </a:extLst>
          </p:cNvPr>
          <p:cNvGrpSpPr/>
          <p:nvPr/>
        </p:nvGrpSpPr>
        <p:grpSpPr>
          <a:xfrm>
            <a:off x="814023" y="3629931"/>
            <a:ext cx="1679232" cy="1800756"/>
            <a:chOff x="829726" y="3191754"/>
            <a:chExt cx="1679232" cy="1800756"/>
          </a:xfrm>
        </p:grpSpPr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BE1669B6-345B-88FF-7306-952F64A5ED74}"/>
                </a:ext>
              </a:extLst>
            </p:cNvPr>
            <p:cNvSpPr txBox="1"/>
            <p:nvPr/>
          </p:nvSpPr>
          <p:spPr>
            <a:xfrm>
              <a:off x="829726" y="3821677"/>
              <a:ext cx="1679232" cy="11708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rPr>
                <a:t>用户（</a:t>
              </a: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rPr>
                <a:t>User</a:t>
              </a:r>
              <a:r>
                <a:rPr lang="zh-CN" alt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rPr>
                <a:t>）、订单（</a:t>
              </a: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rPr>
                <a:t>Order</a:t>
              </a:r>
              <a:r>
                <a:rPr lang="zh-CN" alt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rPr>
                <a:t>）、评价（</a:t>
              </a: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rPr>
                <a:t>Review</a:t>
              </a:r>
              <a:r>
                <a:rPr lang="zh-CN" alt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rPr>
                <a:t>）、结算记录（</a:t>
              </a: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rPr>
                <a:t>Settlement</a:t>
              </a:r>
              <a:r>
                <a:rPr lang="zh-CN" alt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rPr>
                <a:t>）。</a:t>
              </a: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95739EA0-83B3-80BA-11EC-F3D464800979}"/>
                </a:ext>
              </a:extLst>
            </p:cNvPr>
            <p:cNvSpPr txBox="1"/>
            <p:nvPr/>
          </p:nvSpPr>
          <p:spPr>
            <a:xfrm>
              <a:off x="1021099" y="3191754"/>
              <a:ext cx="1296486" cy="4635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CN" altLang="en-US" b="1" spc="300" dirty="0">
                  <a:solidFill>
                    <a:srgbClr val="122E66"/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rPr>
                <a:t>主要实体</a:t>
              </a:r>
              <a:endParaRPr lang="zh-CN" altLang="en-US" sz="1800" b="1" spc="300" dirty="0">
                <a:solidFill>
                  <a:srgbClr val="122E66"/>
                </a:solidFill>
                <a:latin typeface="思源黑体 CN Bold"/>
                <a:ea typeface="思源宋体 CN" panose="02020400000000000000" pitchFamily="18" charset="-122"/>
                <a:cs typeface="+mn-ea"/>
                <a:sym typeface="+mn-lt"/>
              </a:endParaRPr>
            </a:p>
          </p:txBody>
        </p:sp>
      </p:grp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66A96F58-F100-4FBF-3007-29851439E66D}"/>
              </a:ext>
            </a:extLst>
          </p:cNvPr>
          <p:cNvCxnSpPr>
            <a:cxnSpLocks/>
          </p:cNvCxnSpPr>
          <p:nvPr/>
        </p:nvCxnSpPr>
        <p:spPr>
          <a:xfrm>
            <a:off x="274736" y="2971800"/>
            <a:ext cx="1160882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1" name="组合 70">
            <a:extLst>
              <a:ext uri="{FF2B5EF4-FFF2-40B4-BE49-F238E27FC236}">
                <a16:creationId xmlns:a16="http://schemas.microsoft.com/office/drawing/2014/main" id="{333F4BDE-7B3F-BF58-74F0-E61F26C639A0}"/>
              </a:ext>
            </a:extLst>
          </p:cNvPr>
          <p:cNvGrpSpPr/>
          <p:nvPr/>
        </p:nvGrpSpPr>
        <p:grpSpPr>
          <a:xfrm>
            <a:off x="3099173" y="3614541"/>
            <a:ext cx="1679232" cy="2066813"/>
            <a:chOff x="829726" y="3202761"/>
            <a:chExt cx="1679232" cy="2066813"/>
          </a:xfrm>
        </p:grpSpPr>
        <p:sp>
          <p:nvSpPr>
            <p:cNvPr id="72" name="文本框 71">
              <a:extLst>
                <a:ext uri="{FF2B5EF4-FFF2-40B4-BE49-F238E27FC236}">
                  <a16:creationId xmlns:a16="http://schemas.microsoft.com/office/drawing/2014/main" id="{73FEB10F-47A5-680F-AC40-CFF4D7710C11}"/>
                </a:ext>
              </a:extLst>
            </p:cNvPr>
            <p:cNvSpPr txBox="1"/>
            <p:nvPr/>
          </p:nvSpPr>
          <p:spPr>
            <a:xfrm>
              <a:off x="829726" y="3821677"/>
              <a:ext cx="1679232" cy="14478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rPr>
                <a:t>用户</a:t>
              </a: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rPr>
                <a:t>ID</a:t>
              </a:r>
              <a:r>
                <a:rPr lang="zh-CN" alt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rPr>
                <a:t>、姓名、学号、角色（普通用户</a:t>
              </a: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rPr>
                <a:t>/</a:t>
              </a:r>
              <a:r>
                <a:rPr lang="zh-CN" alt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rPr>
                <a:t>跑腿员）、密码（加密）、手机号、跑腿员累计收入、完成单数等 </a:t>
              </a:r>
            </a:p>
          </p:txBody>
        </p:sp>
        <p:sp>
          <p:nvSpPr>
            <p:cNvPr id="73" name="文本框 72">
              <a:extLst>
                <a:ext uri="{FF2B5EF4-FFF2-40B4-BE49-F238E27FC236}">
                  <a16:creationId xmlns:a16="http://schemas.microsoft.com/office/drawing/2014/main" id="{D0713676-C830-BC49-419A-1D2FC252F95B}"/>
                </a:ext>
              </a:extLst>
            </p:cNvPr>
            <p:cNvSpPr txBox="1"/>
            <p:nvPr/>
          </p:nvSpPr>
          <p:spPr>
            <a:xfrm>
              <a:off x="1153430" y="3202761"/>
              <a:ext cx="1242011" cy="4635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CN" altLang="en-US" b="1" spc="300" dirty="0">
                  <a:solidFill>
                    <a:srgbClr val="122E66"/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rPr>
                <a:t>用户表</a:t>
              </a:r>
              <a:endParaRPr lang="zh-CN" altLang="en-US" sz="1800" b="1" spc="300" dirty="0">
                <a:solidFill>
                  <a:srgbClr val="122E66"/>
                </a:solidFill>
                <a:latin typeface="思源黑体 CN Bold"/>
                <a:ea typeface="思源宋体 CN" panose="02020400000000000000" pitchFamily="18" charset="-122"/>
                <a:cs typeface="+mn-ea"/>
                <a:sym typeface="+mn-lt"/>
              </a:endParaRPr>
            </a:p>
          </p:txBody>
        </p:sp>
      </p:grpSp>
      <p:grpSp>
        <p:nvGrpSpPr>
          <p:cNvPr id="74" name="组合 73">
            <a:extLst>
              <a:ext uri="{FF2B5EF4-FFF2-40B4-BE49-F238E27FC236}">
                <a16:creationId xmlns:a16="http://schemas.microsoft.com/office/drawing/2014/main" id="{E0DFA6D8-B841-7098-4CA2-84339154E806}"/>
              </a:ext>
            </a:extLst>
          </p:cNvPr>
          <p:cNvGrpSpPr/>
          <p:nvPr/>
        </p:nvGrpSpPr>
        <p:grpSpPr>
          <a:xfrm>
            <a:off x="5343696" y="3629931"/>
            <a:ext cx="1679232" cy="2620746"/>
            <a:chOff x="829726" y="3202761"/>
            <a:chExt cx="1679232" cy="2620746"/>
          </a:xfrm>
        </p:grpSpPr>
        <p:sp>
          <p:nvSpPr>
            <p:cNvPr id="75" name="文本框 74">
              <a:extLst>
                <a:ext uri="{FF2B5EF4-FFF2-40B4-BE49-F238E27FC236}">
                  <a16:creationId xmlns:a16="http://schemas.microsoft.com/office/drawing/2014/main" id="{138265FE-91C1-ADEE-0B46-5ABD95B1FFF6}"/>
                </a:ext>
              </a:extLst>
            </p:cNvPr>
            <p:cNvSpPr txBox="1"/>
            <p:nvPr/>
          </p:nvSpPr>
          <p:spPr>
            <a:xfrm>
              <a:off x="829726" y="3821677"/>
              <a:ext cx="1679232" cy="20018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rPr>
                <a:t>订单</a:t>
              </a: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rPr>
                <a:t>ID</a:t>
              </a:r>
              <a:r>
                <a:rPr lang="zh-CN" alt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rPr>
                <a:t>、发布者</a:t>
              </a: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rPr>
                <a:t>ID</a:t>
              </a:r>
              <a:r>
                <a:rPr lang="zh-CN" alt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rPr>
                <a:t>、接单者</a:t>
              </a: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rPr>
                <a:t>ID</a:t>
              </a:r>
              <a:r>
                <a:rPr lang="zh-CN" alt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rPr>
                <a:t>、取件码、快递点、宿舍楼、状态（</a:t>
              </a: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rPr>
                <a:t>0</a:t>
              </a:r>
              <a:r>
                <a:rPr lang="zh-CN" alt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rPr>
                <a:t>待接单</a:t>
              </a: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rPr>
                <a:t>/1</a:t>
              </a:r>
              <a:r>
                <a:rPr lang="zh-CN" alt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rPr>
                <a:t>已接单</a:t>
              </a: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rPr>
                <a:t>/2</a:t>
              </a:r>
              <a:r>
                <a:rPr lang="zh-CN" alt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rPr>
                <a:t>配送中</a:t>
              </a: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rPr>
                <a:t>/3</a:t>
              </a:r>
              <a:r>
                <a:rPr lang="zh-CN" alt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rPr>
                <a:t>已完成</a:t>
              </a: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rPr>
                <a:t>/4</a:t>
              </a:r>
              <a:r>
                <a:rPr lang="zh-CN" alt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rPr>
                <a:t>已取消）、发布时间、完成时间等</a:t>
              </a:r>
            </a:p>
          </p:txBody>
        </p:sp>
        <p:sp>
          <p:nvSpPr>
            <p:cNvPr id="76" name="文本框 75">
              <a:extLst>
                <a:ext uri="{FF2B5EF4-FFF2-40B4-BE49-F238E27FC236}">
                  <a16:creationId xmlns:a16="http://schemas.microsoft.com/office/drawing/2014/main" id="{F2A4D9B5-84B0-28C7-12F9-5807661D4172}"/>
                </a:ext>
              </a:extLst>
            </p:cNvPr>
            <p:cNvSpPr txBox="1"/>
            <p:nvPr/>
          </p:nvSpPr>
          <p:spPr>
            <a:xfrm>
              <a:off x="1074054" y="3202761"/>
              <a:ext cx="1190576" cy="4635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CN" altLang="en-US" b="1" spc="300" dirty="0">
                  <a:solidFill>
                    <a:srgbClr val="122E66"/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rPr>
                <a:t>订单表</a:t>
              </a:r>
              <a:endParaRPr lang="zh-CN" altLang="en-US" sz="1800" b="1" spc="300" dirty="0">
                <a:solidFill>
                  <a:srgbClr val="122E66"/>
                </a:solidFill>
                <a:latin typeface="思源黑体 CN Bold"/>
                <a:ea typeface="思源宋体 CN" panose="02020400000000000000" pitchFamily="18" charset="-122"/>
                <a:cs typeface="+mn-ea"/>
                <a:sym typeface="+mn-lt"/>
              </a:endParaRPr>
            </a:p>
          </p:txBody>
        </p:sp>
      </p:grpSp>
      <p:grpSp>
        <p:nvGrpSpPr>
          <p:cNvPr id="77" name="组合 76">
            <a:extLst>
              <a:ext uri="{FF2B5EF4-FFF2-40B4-BE49-F238E27FC236}">
                <a16:creationId xmlns:a16="http://schemas.microsoft.com/office/drawing/2014/main" id="{8C482E93-82FF-38EB-686D-8AAFC9D0C035}"/>
              </a:ext>
            </a:extLst>
          </p:cNvPr>
          <p:cNvGrpSpPr/>
          <p:nvPr/>
        </p:nvGrpSpPr>
        <p:grpSpPr>
          <a:xfrm>
            <a:off x="7571574" y="3629931"/>
            <a:ext cx="1679232" cy="1528105"/>
            <a:chOff x="829726" y="3187406"/>
            <a:chExt cx="1679232" cy="1528105"/>
          </a:xfrm>
        </p:grpSpPr>
        <p:sp>
          <p:nvSpPr>
            <p:cNvPr id="78" name="文本框 77">
              <a:extLst>
                <a:ext uri="{FF2B5EF4-FFF2-40B4-BE49-F238E27FC236}">
                  <a16:creationId xmlns:a16="http://schemas.microsoft.com/office/drawing/2014/main" id="{CD0DD26B-F78C-B427-E880-E39CE88C5B5A}"/>
                </a:ext>
              </a:extLst>
            </p:cNvPr>
            <p:cNvSpPr txBox="1"/>
            <p:nvPr/>
          </p:nvSpPr>
          <p:spPr>
            <a:xfrm>
              <a:off x="829726" y="3821677"/>
              <a:ext cx="1679232" cy="8938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rPr>
                <a:t>评价</a:t>
              </a: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rPr>
                <a:t>ID</a:t>
              </a:r>
              <a:r>
                <a:rPr lang="zh-CN" alt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rPr>
                <a:t>、订单</a:t>
              </a: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rPr>
                <a:t>ID</a:t>
              </a:r>
              <a:r>
                <a:rPr lang="zh-CN" alt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rPr>
                <a:t>、评分（</a:t>
              </a: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rPr>
                <a:t>1-5</a:t>
              </a:r>
              <a:r>
                <a:rPr lang="zh-CN" alt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rPr>
                <a:t>）、留言内容、评价时间 </a:t>
              </a:r>
            </a:p>
          </p:txBody>
        </p:sp>
        <p:sp>
          <p:nvSpPr>
            <p:cNvPr id="79" name="文本框 78">
              <a:extLst>
                <a:ext uri="{FF2B5EF4-FFF2-40B4-BE49-F238E27FC236}">
                  <a16:creationId xmlns:a16="http://schemas.microsoft.com/office/drawing/2014/main" id="{67194408-B670-D08F-7964-51E769D888CD}"/>
                </a:ext>
              </a:extLst>
            </p:cNvPr>
            <p:cNvSpPr txBox="1"/>
            <p:nvPr/>
          </p:nvSpPr>
          <p:spPr>
            <a:xfrm>
              <a:off x="1115366" y="3187406"/>
              <a:ext cx="1242011" cy="4635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CN" altLang="en-US" b="1" spc="300" dirty="0">
                  <a:solidFill>
                    <a:srgbClr val="122E66"/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rPr>
                <a:t>评价表</a:t>
              </a:r>
              <a:endParaRPr lang="zh-CN" altLang="en-US" sz="1800" b="1" spc="300" dirty="0">
                <a:solidFill>
                  <a:srgbClr val="122E66"/>
                </a:solidFill>
                <a:latin typeface="思源黑体 CN Bold"/>
                <a:ea typeface="思源宋体 CN" panose="02020400000000000000" pitchFamily="18" charset="-122"/>
                <a:cs typeface="+mn-ea"/>
                <a:sym typeface="+mn-lt"/>
              </a:endParaRPr>
            </a:p>
          </p:txBody>
        </p:sp>
      </p:grpSp>
      <p:grpSp>
        <p:nvGrpSpPr>
          <p:cNvPr id="80" name="组合 79">
            <a:extLst>
              <a:ext uri="{FF2B5EF4-FFF2-40B4-BE49-F238E27FC236}">
                <a16:creationId xmlns:a16="http://schemas.microsoft.com/office/drawing/2014/main" id="{25675339-0937-5E16-BE58-01B410ABE6C5}"/>
              </a:ext>
            </a:extLst>
          </p:cNvPr>
          <p:cNvGrpSpPr/>
          <p:nvPr/>
        </p:nvGrpSpPr>
        <p:grpSpPr>
          <a:xfrm>
            <a:off x="9799452" y="3629931"/>
            <a:ext cx="1891822" cy="1543495"/>
            <a:chOff x="829726" y="3172016"/>
            <a:chExt cx="1891822" cy="1543495"/>
          </a:xfrm>
        </p:grpSpPr>
        <p:sp>
          <p:nvSpPr>
            <p:cNvPr id="81" name="文本框 80">
              <a:extLst>
                <a:ext uri="{FF2B5EF4-FFF2-40B4-BE49-F238E27FC236}">
                  <a16:creationId xmlns:a16="http://schemas.microsoft.com/office/drawing/2014/main" id="{C05A9AFD-F931-8C40-72F7-400BE7531461}"/>
                </a:ext>
              </a:extLst>
            </p:cNvPr>
            <p:cNvSpPr txBox="1"/>
            <p:nvPr/>
          </p:nvSpPr>
          <p:spPr>
            <a:xfrm>
              <a:off x="829726" y="3821677"/>
              <a:ext cx="1679232" cy="8938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rPr>
                <a:t>用于记录每次完成订单后跑腿员的收入变动 </a:t>
              </a:r>
            </a:p>
          </p:txBody>
        </p:sp>
        <p:sp>
          <p:nvSpPr>
            <p:cNvPr id="82" name="文本框 81">
              <a:extLst>
                <a:ext uri="{FF2B5EF4-FFF2-40B4-BE49-F238E27FC236}">
                  <a16:creationId xmlns:a16="http://schemas.microsoft.com/office/drawing/2014/main" id="{C528AF24-BCCD-4331-3CCC-ECE70CB14DDB}"/>
                </a:ext>
              </a:extLst>
            </p:cNvPr>
            <p:cNvSpPr txBox="1"/>
            <p:nvPr/>
          </p:nvSpPr>
          <p:spPr>
            <a:xfrm>
              <a:off x="962233" y="3172016"/>
              <a:ext cx="1759315" cy="4635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CN" altLang="en-US" b="1" spc="300" dirty="0">
                  <a:solidFill>
                    <a:srgbClr val="122E66"/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rPr>
                <a:t>结算记录表</a:t>
              </a:r>
              <a:endParaRPr lang="zh-CN" altLang="en-US" sz="1800" b="1" spc="300" dirty="0">
                <a:solidFill>
                  <a:srgbClr val="122E66"/>
                </a:solidFill>
                <a:latin typeface="思源黑体 CN Bold"/>
                <a:ea typeface="思源宋体 CN" panose="02020400000000000000" pitchFamily="18" charset="-122"/>
                <a:cs typeface="+mn-ea"/>
                <a:sym typeface="+mn-lt"/>
              </a:endParaRPr>
            </a:p>
          </p:txBody>
        </p:sp>
      </p:grp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07E1C27C-A7AC-0EAA-DA5F-7BCECB7E543B}"/>
              </a:ext>
            </a:extLst>
          </p:cNvPr>
          <p:cNvSpPr/>
          <p:nvPr/>
        </p:nvSpPr>
        <p:spPr>
          <a:xfrm>
            <a:off x="284421" y="6453336"/>
            <a:ext cx="1608856" cy="367807"/>
          </a:xfrm>
          <a:prstGeom prst="homePlat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cs typeface="+mn-ea"/>
              </a:rPr>
              <a:t>技术路线</a:t>
            </a:r>
          </a:p>
        </p:txBody>
      </p:sp>
    </p:spTree>
    <p:extLst>
      <p:ext uri="{BB962C8B-B14F-4D97-AF65-F5344CB8AC3E}">
        <p14:creationId xmlns:p14="http://schemas.microsoft.com/office/powerpoint/2010/main" val="9500111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ṡ1íḋe"/>
          <p:cNvSpPr/>
          <p:nvPr/>
        </p:nvSpPr>
        <p:spPr>
          <a:xfrm>
            <a:off x="-11552" y="-1"/>
            <a:ext cx="12215105" cy="620689"/>
          </a:xfrm>
          <a:prstGeom prst="rect">
            <a:avLst/>
          </a:prstGeom>
          <a:solidFill>
            <a:srgbClr val="0E41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5" name="iṡḻîdê"/>
          <p:cNvSpPr/>
          <p:nvPr/>
        </p:nvSpPr>
        <p:spPr>
          <a:xfrm>
            <a:off x="0" y="0"/>
            <a:ext cx="12192000" cy="3445288"/>
          </a:xfrm>
          <a:prstGeom prst="rect">
            <a:avLst/>
          </a:prstGeom>
          <a:solidFill>
            <a:srgbClr val="122E66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D19D9943-2FC6-8BAB-6D63-95EB695E6EAF}"/>
              </a:ext>
            </a:extLst>
          </p:cNvPr>
          <p:cNvCxnSpPr>
            <a:cxnSpLocks/>
          </p:cNvCxnSpPr>
          <p:nvPr/>
        </p:nvCxnSpPr>
        <p:spPr>
          <a:xfrm flipV="1">
            <a:off x="707718" y="856366"/>
            <a:ext cx="0" cy="355445"/>
          </a:xfrm>
          <a:prstGeom prst="line">
            <a:avLst/>
          </a:prstGeom>
          <a:ln w="79375">
            <a:solidFill>
              <a:srgbClr val="122E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>
            <a:extLst>
              <a:ext uri="{FF2B5EF4-FFF2-40B4-BE49-F238E27FC236}">
                <a16:creationId xmlns:a16="http://schemas.microsoft.com/office/drawing/2014/main" id="{3C4E42A1-1173-BF65-9D51-B943970D3E2D}"/>
              </a:ext>
            </a:extLst>
          </p:cNvPr>
          <p:cNvGrpSpPr/>
          <p:nvPr/>
        </p:nvGrpSpPr>
        <p:grpSpPr>
          <a:xfrm>
            <a:off x="1960642" y="2497257"/>
            <a:ext cx="8323142" cy="1816661"/>
            <a:chOff x="2377440" y="2692400"/>
            <a:chExt cx="2741369" cy="589280"/>
          </a:xfrm>
        </p:grpSpPr>
        <p:sp>
          <p:nvSpPr>
            <p:cNvPr id="26" name="矩形: 圆角 25">
              <a:extLst>
                <a:ext uri="{FF2B5EF4-FFF2-40B4-BE49-F238E27FC236}">
                  <a16:creationId xmlns:a16="http://schemas.microsoft.com/office/drawing/2014/main" id="{E022AB89-6D0B-C080-6500-2EB0B2CD2722}"/>
                </a:ext>
              </a:extLst>
            </p:cNvPr>
            <p:cNvSpPr/>
            <p:nvPr/>
          </p:nvSpPr>
          <p:spPr>
            <a:xfrm>
              <a:off x="2377440" y="2692400"/>
              <a:ext cx="2741369" cy="589280"/>
            </a:xfrm>
            <a:prstGeom prst="roundRect">
              <a:avLst>
                <a:gd name="adj" fmla="val 35632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381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</a:endParaRPr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67BBD986-2291-1F82-C6D6-5A39C9F1F1B9}"/>
                </a:ext>
              </a:extLst>
            </p:cNvPr>
            <p:cNvSpPr txBox="1"/>
            <p:nvPr/>
          </p:nvSpPr>
          <p:spPr>
            <a:xfrm>
              <a:off x="3313348" y="2879824"/>
              <a:ext cx="1125019" cy="2296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000" spc="600" dirty="0">
                  <a:solidFill>
                    <a:srgbClr val="122E66"/>
                  </a:solidFill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+mn-ea"/>
                </a:rPr>
                <a:t>进度与分工</a:t>
              </a:r>
            </a:p>
          </p:txBody>
        </p:sp>
      </p:grpSp>
      <p:sp>
        <p:nvSpPr>
          <p:cNvPr id="34" name="文本框 33">
            <a:extLst>
              <a:ext uri="{FF2B5EF4-FFF2-40B4-BE49-F238E27FC236}">
                <a16:creationId xmlns:a16="http://schemas.microsoft.com/office/drawing/2014/main" id="{52C36C23-5CCB-7DCD-395D-9BF5E016C560}"/>
              </a:ext>
            </a:extLst>
          </p:cNvPr>
          <p:cNvSpPr txBox="1"/>
          <p:nvPr/>
        </p:nvSpPr>
        <p:spPr>
          <a:xfrm>
            <a:off x="1960642" y="2121849"/>
            <a:ext cx="2587647" cy="264687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16600" dirty="0">
                <a:solidFill>
                  <a:schemeClr val="bg1">
                    <a:lumMod val="85000"/>
                    <a:alpha val="62000"/>
                  </a:schemeClr>
                </a:solidFill>
                <a:latin typeface="Impact" panose="020B0806030902050204" pitchFamily="34" charset="0"/>
                <a:cs typeface="+mn-ea"/>
              </a:rPr>
              <a:t>04</a:t>
            </a:r>
            <a:endParaRPr lang="zh-CN" altLang="en-US" sz="16600" dirty="0">
              <a:solidFill>
                <a:schemeClr val="bg1">
                  <a:lumMod val="85000"/>
                  <a:alpha val="62000"/>
                </a:schemeClr>
              </a:solidFill>
              <a:latin typeface="Impact" panose="020B0806030902050204" pitchFamily="34" charset="0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843429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ṡ1íḋe"/>
          <p:cNvSpPr/>
          <p:nvPr/>
        </p:nvSpPr>
        <p:spPr>
          <a:xfrm>
            <a:off x="-11552" y="-1"/>
            <a:ext cx="12215105" cy="620689"/>
          </a:xfrm>
          <a:prstGeom prst="rect">
            <a:avLst/>
          </a:prstGeom>
          <a:solidFill>
            <a:srgbClr val="0E41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5" name="iṡḻîdê"/>
          <p:cNvSpPr/>
          <p:nvPr/>
        </p:nvSpPr>
        <p:spPr>
          <a:xfrm>
            <a:off x="0" y="0"/>
            <a:ext cx="12192000" cy="3445288"/>
          </a:xfrm>
          <a:prstGeom prst="rect">
            <a:avLst/>
          </a:prstGeom>
          <a:solidFill>
            <a:srgbClr val="122E66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9" name="iš1íḍè"/>
          <p:cNvSpPr/>
          <p:nvPr/>
        </p:nvSpPr>
        <p:spPr>
          <a:xfrm>
            <a:off x="274736" y="404664"/>
            <a:ext cx="11608824" cy="59555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1600" sx="101000" sy="101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500" b="1" i="0" u="none" strike="noStrike" kern="1200" cap="none" spc="30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035D2321-05FE-9F25-86C1-AEFCCDE9F710}"/>
              </a:ext>
            </a:extLst>
          </p:cNvPr>
          <p:cNvGrpSpPr/>
          <p:nvPr/>
        </p:nvGrpSpPr>
        <p:grpSpPr>
          <a:xfrm>
            <a:off x="707718" y="813975"/>
            <a:ext cx="3828219" cy="430887"/>
            <a:chOff x="707718" y="813975"/>
            <a:chExt cx="3828219" cy="430887"/>
          </a:xfrm>
        </p:grpSpPr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D19D9943-2FC6-8BAB-6D63-95EB695E6EA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7718" y="856366"/>
              <a:ext cx="0" cy="355445"/>
            </a:xfrm>
            <a:prstGeom prst="line">
              <a:avLst/>
            </a:prstGeom>
            <a:ln w="79375">
              <a:solidFill>
                <a:srgbClr val="122E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361DDB0D-F6B0-8357-BAF3-6B13EA04797F}"/>
                </a:ext>
              </a:extLst>
            </p:cNvPr>
            <p:cNvSpPr txBox="1"/>
            <p:nvPr/>
          </p:nvSpPr>
          <p:spPr>
            <a:xfrm>
              <a:off x="841558" y="813975"/>
              <a:ext cx="3694379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srgbClr val="00156C"/>
                  </a:solidFill>
                  <a:effectLst/>
                  <a:uLnTx/>
                  <a:uFillTx/>
                  <a:latin typeface="+mn-ea"/>
                  <a:cs typeface="+mn-ea"/>
                </a:rPr>
                <a:t>阶段划分</a:t>
              </a:r>
            </a:p>
          </p:txBody>
        </p:sp>
      </p:grpSp>
      <p:sp>
        <p:nvSpPr>
          <p:cNvPr id="25" name="箭头: 右 24">
            <a:extLst>
              <a:ext uri="{FF2B5EF4-FFF2-40B4-BE49-F238E27FC236}">
                <a16:creationId xmlns:a16="http://schemas.microsoft.com/office/drawing/2014/main" id="{810B2D3C-4F94-3F95-FCDC-45D00A30C407}"/>
              </a:ext>
            </a:extLst>
          </p:cNvPr>
          <p:cNvSpPr/>
          <p:nvPr/>
        </p:nvSpPr>
        <p:spPr>
          <a:xfrm>
            <a:off x="466381" y="2233668"/>
            <a:ext cx="11259238" cy="275421"/>
          </a:xfrm>
          <a:prstGeom prst="rightArrow">
            <a:avLst>
              <a:gd name="adj1" fmla="val 50000"/>
              <a:gd name="adj2" fmla="val 222001"/>
            </a:avLst>
          </a:prstGeom>
          <a:gradFill>
            <a:gsLst>
              <a:gs pos="0">
                <a:srgbClr val="122E66"/>
              </a:gs>
              <a:gs pos="100000">
                <a:srgbClr val="122E66">
                  <a:alpha val="0"/>
                </a:srgb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C7D60847-8ADC-7B06-1BCC-0EF2BC25DC8C}"/>
              </a:ext>
            </a:extLst>
          </p:cNvPr>
          <p:cNvSpPr txBox="1"/>
          <p:nvPr/>
        </p:nvSpPr>
        <p:spPr>
          <a:xfrm>
            <a:off x="1115715" y="1651088"/>
            <a:ext cx="13644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spc="300" dirty="0"/>
              <a:t>第一阶段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44689918-C376-4B53-9AAA-B7A1C45A255B}"/>
              </a:ext>
            </a:extLst>
          </p:cNvPr>
          <p:cNvSpPr txBox="1"/>
          <p:nvPr/>
        </p:nvSpPr>
        <p:spPr>
          <a:xfrm>
            <a:off x="6874179" y="1596838"/>
            <a:ext cx="13644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spc="300" dirty="0"/>
              <a:t>第三阶段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C235FDAE-9A49-7BB5-4E0F-2782B093CA5D}"/>
              </a:ext>
            </a:extLst>
          </p:cNvPr>
          <p:cNvSpPr txBox="1"/>
          <p:nvPr/>
        </p:nvSpPr>
        <p:spPr>
          <a:xfrm>
            <a:off x="9746945" y="1569873"/>
            <a:ext cx="13644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spc="300" dirty="0"/>
              <a:t>第四阶段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5F9C97A4-2A2B-A32A-9816-AD74F93873B5}"/>
              </a:ext>
            </a:extLst>
          </p:cNvPr>
          <p:cNvGrpSpPr/>
          <p:nvPr/>
        </p:nvGrpSpPr>
        <p:grpSpPr>
          <a:xfrm>
            <a:off x="514643" y="3057272"/>
            <a:ext cx="2448288" cy="2137972"/>
            <a:chOff x="466379" y="3058608"/>
            <a:chExt cx="3183875" cy="2520108"/>
          </a:xfrm>
        </p:grpSpPr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1AEB37D5-6B68-696C-CC34-4C0B27B07D69}"/>
                </a:ext>
              </a:extLst>
            </p:cNvPr>
            <p:cNvGrpSpPr/>
            <p:nvPr/>
          </p:nvGrpSpPr>
          <p:grpSpPr>
            <a:xfrm>
              <a:off x="466379" y="3058608"/>
              <a:ext cx="3183875" cy="2520108"/>
              <a:chOff x="466379" y="3429000"/>
              <a:chExt cx="3183875" cy="2520108"/>
            </a:xfrm>
          </p:grpSpPr>
          <p:sp>
            <p:nvSpPr>
              <p:cNvPr id="31" name="矩形: 圆角 30">
                <a:extLst>
                  <a:ext uri="{FF2B5EF4-FFF2-40B4-BE49-F238E27FC236}">
                    <a16:creationId xmlns:a16="http://schemas.microsoft.com/office/drawing/2014/main" id="{75901062-C3D8-E71D-4C96-1F27070304B2}"/>
                  </a:ext>
                </a:extLst>
              </p:cNvPr>
              <p:cNvSpPr/>
              <p:nvPr/>
            </p:nvSpPr>
            <p:spPr>
              <a:xfrm>
                <a:off x="466379" y="3429000"/>
                <a:ext cx="3183875" cy="2520108"/>
              </a:xfrm>
              <a:prstGeom prst="roundRect">
                <a:avLst>
                  <a:gd name="adj" fmla="val 5301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" name="矩形: 圆角 31">
                <a:extLst>
                  <a:ext uri="{FF2B5EF4-FFF2-40B4-BE49-F238E27FC236}">
                    <a16:creationId xmlns:a16="http://schemas.microsoft.com/office/drawing/2014/main" id="{D021AD86-2FD6-45BB-687C-ABA8C8CCB310}"/>
                  </a:ext>
                </a:extLst>
              </p:cNvPr>
              <p:cNvSpPr/>
              <p:nvPr/>
            </p:nvSpPr>
            <p:spPr>
              <a:xfrm>
                <a:off x="626188" y="3555492"/>
                <a:ext cx="3024066" cy="2393616"/>
              </a:xfrm>
              <a:prstGeom prst="roundRect">
                <a:avLst>
                  <a:gd name="adj" fmla="val 5301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25400" sx="102000" sy="102000" algn="ctr" rotWithShape="0">
                  <a:prstClr val="black">
                    <a:alpha val="26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4289A69-7AA8-B289-40B3-AAA6949EE4D8}"/>
                </a:ext>
              </a:extLst>
            </p:cNvPr>
            <p:cNvSpPr txBox="1"/>
            <p:nvPr/>
          </p:nvSpPr>
          <p:spPr>
            <a:xfrm>
              <a:off x="954460" y="3589289"/>
              <a:ext cx="2361599" cy="13684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50000"/>
                </a:lnSpc>
                <a:buClr>
                  <a:srgbClr val="122E66"/>
                </a:buClr>
              </a:pPr>
              <a:r>
                <a:rPr lang="en-US" altLang="zh-CN" sz="1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rPr>
                <a:t>4</a:t>
              </a:r>
              <a:r>
                <a:rPr lang="zh-CN" altLang="en-US" sz="1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rPr>
                <a:t>月</a:t>
              </a:r>
              <a:r>
                <a:rPr lang="en-US" altLang="zh-CN" sz="1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rPr>
                <a:t>17</a:t>
              </a:r>
              <a:r>
                <a:rPr lang="zh-CN" altLang="en-US" sz="1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rPr>
                <a:t>日</a:t>
              </a:r>
              <a:r>
                <a:rPr lang="en-US" altLang="zh-CN" sz="1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rPr>
                <a:t>-4</a:t>
              </a:r>
              <a:r>
                <a:rPr lang="zh-CN" altLang="en-US" sz="1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rPr>
                <a:t>月</a:t>
              </a:r>
              <a:r>
                <a:rPr lang="en-US" altLang="zh-CN" sz="1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rPr>
                <a:t>23</a:t>
              </a:r>
              <a:r>
                <a:rPr lang="zh-CN" altLang="en-US" sz="1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rPr>
                <a:t>日</a:t>
              </a:r>
              <a:endPara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 CN Bold"/>
                <a:ea typeface="思源宋体 CN" panose="02020400000000000000" pitchFamily="18" charset="-122"/>
                <a:cs typeface="+mn-ea"/>
                <a:sym typeface="+mn-lt"/>
              </a:endParaRPr>
            </a:p>
            <a:p>
              <a:pPr algn="l">
                <a:lnSpc>
                  <a:spcPct val="150000"/>
                </a:lnSpc>
                <a:buClr>
                  <a:srgbClr val="122E66"/>
                </a:buClr>
              </a:pPr>
              <a:r>
                <a:rPr lang="zh-CN" altLang="en-US" sz="1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rPr>
                <a:t>确定需求、项目框架搭建 </a:t>
              </a:r>
              <a:endPara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 CN Bold"/>
                <a:ea typeface="思源宋体 CN" panose="02020400000000000000" pitchFamily="18" charset="-122"/>
                <a:cs typeface="+mn-ea"/>
                <a:sym typeface="+mn-lt"/>
              </a:endParaRP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867A4DAF-B747-8DBB-F616-67B9693C0BC5}"/>
              </a:ext>
            </a:extLst>
          </p:cNvPr>
          <p:cNvGrpSpPr/>
          <p:nvPr/>
        </p:nvGrpSpPr>
        <p:grpSpPr>
          <a:xfrm>
            <a:off x="3297015" y="3057272"/>
            <a:ext cx="2640723" cy="2137972"/>
            <a:chOff x="4504060" y="3094413"/>
            <a:chExt cx="3183875" cy="2520108"/>
          </a:xfrm>
        </p:grpSpPr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A9104152-9009-70F1-B7B4-521B6E463357}"/>
                </a:ext>
              </a:extLst>
            </p:cNvPr>
            <p:cNvGrpSpPr/>
            <p:nvPr/>
          </p:nvGrpSpPr>
          <p:grpSpPr>
            <a:xfrm>
              <a:off x="4504060" y="3094413"/>
              <a:ext cx="3183875" cy="2520108"/>
              <a:chOff x="466379" y="3429000"/>
              <a:chExt cx="3183875" cy="2520108"/>
            </a:xfrm>
          </p:grpSpPr>
          <p:sp>
            <p:nvSpPr>
              <p:cNvPr id="36" name="矩形: 圆角 35">
                <a:extLst>
                  <a:ext uri="{FF2B5EF4-FFF2-40B4-BE49-F238E27FC236}">
                    <a16:creationId xmlns:a16="http://schemas.microsoft.com/office/drawing/2014/main" id="{2E425802-310A-6E14-76F5-F68D1FDF097A}"/>
                  </a:ext>
                </a:extLst>
              </p:cNvPr>
              <p:cNvSpPr/>
              <p:nvPr/>
            </p:nvSpPr>
            <p:spPr>
              <a:xfrm>
                <a:off x="466379" y="3429000"/>
                <a:ext cx="3183875" cy="2520108"/>
              </a:xfrm>
              <a:prstGeom prst="roundRect">
                <a:avLst>
                  <a:gd name="adj" fmla="val 5301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" name="矩形: 圆角 36">
                <a:extLst>
                  <a:ext uri="{FF2B5EF4-FFF2-40B4-BE49-F238E27FC236}">
                    <a16:creationId xmlns:a16="http://schemas.microsoft.com/office/drawing/2014/main" id="{423C2A0E-4BA6-AA74-3F6A-FADAA7431056}"/>
                  </a:ext>
                </a:extLst>
              </p:cNvPr>
              <p:cNvSpPr/>
              <p:nvPr/>
            </p:nvSpPr>
            <p:spPr>
              <a:xfrm>
                <a:off x="626188" y="3555492"/>
                <a:ext cx="3024066" cy="2393616"/>
              </a:xfrm>
              <a:prstGeom prst="roundRect">
                <a:avLst>
                  <a:gd name="adj" fmla="val 5301"/>
                </a:avLst>
              </a:prstGeom>
              <a:solidFill>
                <a:srgbClr val="4C7CA0"/>
              </a:solidFill>
              <a:ln>
                <a:noFill/>
              </a:ln>
              <a:effectLst>
                <a:outerShdw blurRad="25400" sx="102000" sy="102000" algn="ctr" rotWithShape="0">
                  <a:prstClr val="black">
                    <a:alpha val="26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C895D746-5B0B-35A4-9CF1-2C550E7D7CAE}"/>
                </a:ext>
              </a:extLst>
            </p:cNvPr>
            <p:cNvSpPr txBox="1"/>
            <p:nvPr/>
          </p:nvSpPr>
          <p:spPr>
            <a:xfrm>
              <a:off x="5004903" y="3504392"/>
              <a:ext cx="2361600" cy="18038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50000"/>
                </a:lnSpc>
                <a:buClr>
                  <a:srgbClr val="122E66"/>
                </a:buClr>
              </a:pPr>
              <a:r>
                <a:rPr lang="en-US" altLang="zh-CN" sz="1600" dirty="0">
                  <a:solidFill>
                    <a:schemeClr val="bg1"/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rPr>
                <a:t>4</a:t>
              </a:r>
              <a:r>
                <a:rPr lang="zh-CN" altLang="en-US" sz="1600" dirty="0">
                  <a:solidFill>
                    <a:schemeClr val="bg1"/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rPr>
                <a:t>月</a:t>
              </a:r>
              <a:r>
                <a:rPr lang="en-US" altLang="zh-CN" sz="1600" dirty="0">
                  <a:solidFill>
                    <a:schemeClr val="bg1"/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rPr>
                <a:t>24</a:t>
              </a:r>
              <a:r>
                <a:rPr lang="zh-CN" altLang="en-US" sz="1600" dirty="0">
                  <a:solidFill>
                    <a:schemeClr val="bg1"/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rPr>
                <a:t>日</a:t>
              </a:r>
              <a:r>
                <a:rPr lang="en-US" altLang="zh-CN" sz="1600" dirty="0">
                  <a:solidFill>
                    <a:schemeClr val="bg1"/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rPr>
                <a:t>-4</a:t>
              </a:r>
              <a:r>
                <a:rPr lang="zh-CN" altLang="en-US" sz="1600" dirty="0">
                  <a:solidFill>
                    <a:schemeClr val="bg1"/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rPr>
                <a:t>月</a:t>
              </a:r>
              <a:r>
                <a:rPr lang="en-US" altLang="zh-CN" sz="1600" dirty="0">
                  <a:solidFill>
                    <a:schemeClr val="bg1"/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rPr>
                <a:t>30</a:t>
              </a:r>
              <a:r>
                <a:rPr lang="zh-CN" altLang="en-US" sz="1600" dirty="0">
                  <a:solidFill>
                    <a:schemeClr val="bg1"/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rPr>
                <a:t>日 </a:t>
              </a:r>
              <a:r>
                <a:rPr lang="en-US" altLang="zh-CN" sz="1600" dirty="0">
                  <a:solidFill>
                    <a:schemeClr val="bg1"/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rPr>
                <a:t> </a:t>
              </a:r>
              <a:r>
                <a:rPr lang="zh-CN" altLang="en-US" sz="1600" dirty="0">
                  <a:solidFill>
                    <a:schemeClr val="bg1"/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rPr>
                <a:t>数据库设计、后端核心接口开发 </a:t>
              </a:r>
              <a:r>
                <a:rPr lang="en-US" altLang="zh-CN" sz="1600" dirty="0">
                  <a:solidFill>
                    <a:schemeClr val="bg1"/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rPr>
                <a:t>+ </a:t>
              </a:r>
              <a:r>
                <a:rPr lang="zh-CN" altLang="en-US" sz="1600" dirty="0">
                  <a:solidFill>
                    <a:schemeClr val="bg1"/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rPr>
                <a:t>前端页面实现</a:t>
              </a:r>
              <a:endParaRPr lang="en-US" altLang="zh-CN" sz="1600" dirty="0">
                <a:solidFill>
                  <a:schemeClr val="bg1"/>
                </a:solidFill>
                <a:latin typeface="思源黑体 CN Bold"/>
                <a:ea typeface="思源宋体 CN" panose="02020400000000000000" pitchFamily="18" charset="-122"/>
                <a:cs typeface="+mn-ea"/>
                <a:sym typeface="+mn-lt"/>
              </a:endParaRP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121E7CC9-354F-914B-216B-5D093B8A6A97}"/>
              </a:ext>
            </a:extLst>
          </p:cNvPr>
          <p:cNvGrpSpPr/>
          <p:nvPr/>
        </p:nvGrpSpPr>
        <p:grpSpPr>
          <a:xfrm>
            <a:off x="6330407" y="3057272"/>
            <a:ext cx="2450154" cy="2137972"/>
            <a:chOff x="463952" y="3058608"/>
            <a:chExt cx="3186302" cy="2520108"/>
          </a:xfrm>
        </p:grpSpPr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BBF69126-35E9-4DE6-350E-41EAD77F8A6B}"/>
                </a:ext>
              </a:extLst>
            </p:cNvPr>
            <p:cNvGrpSpPr/>
            <p:nvPr/>
          </p:nvGrpSpPr>
          <p:grpSpPr>
            <a:xfrm>
              <a:off x="463952" y="3058608"/>
              <a:ext cx="3186302" cy="2520108"/>
              <a:chOff x="463952" y="3429000"/>
              <a:chExt cx="3186302" cy="2520108"/>
            </a:xfrm>
          </p:grpSpPr>
          <p:sp>
            <p:nvSpPr>
              <p:cNvPr id="12" name="矩形: 圆角 11">
                <a:extLst>
                  <a:ext uri="{FF2B5EF4-FFF2-40B4-BE49-F238E27FC236}">
                    <a16:creationId xmlns:a16="http://schemas.microsoft.com/office/drawing/2014/main" id="{A252C2AF-8871-09E1-E7A7-24F930C59A24}"/>
                  </a:ext>
                </a:extLst>
              </p:cNvPr>
              <p:cNvSpPr/>
              <p:nvPr/>
            </p:nvSpPr>
            <p:spPr>
              <a:xfrm>
                <a:off x="466379" y="3429000"/>
                <a:ext cx="3183875" cy="2520108"/>
              </a:xfrm>
              <a:prstGeom prst="roundRect">
                <a:avLst>
                  <a:gd name="adj" fmla="val 5301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" name="矩形: 圆角 12">
                <a:extLst>
                  <a:ext uri="{FF2B5EF4-FFF2-40B4-BE49-F238E27FC236}">
                    <a16:creationId xmlns:a16="http://schemas.microsoft.com/office/drawing/2014/main" id="{D487D51F-F976-4D35-FB0E-BC86683D5FE6}"/>
                  </a:ext>
                </a:extLst>
              </p:cNvPr>
              <p:cNvSpPr/>
              <p:nvPr/>
            </p:nvSpPr>
            <p:spPr>
              <a:xfrm>
                <a:off x="463952" y="3544078"/>
                <a:ext cx="3024065" cy="2393616"/>
              </a:xfrm>
              <a:prstGeom prst="roundRect">
                <a:avLst>
                  <a:gd name="adj" fmla="val 5301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25400" sx="102000" sy="102000" algn="ctr" rotWithShape="0">
                  <a:prstClr val="black">
                    <a:alpha val="26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EA09A0A6-5FE3-22B5-BC8F-92E917BCD7F6}"/>
                </a:ext>
              </a:extLst>
            </p:cNvPr>
            <p:cNvSpPr txBox="1"/>
            <p:nvPr/>
          </p:nvSpPr>
          <p:spPr>
            <a:xfrm>
              <a:off x="840042" y="3452557"/>
              <a:ext cx="2361600" cy="18038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50000"/>
                </a:lnSpc>
                <a:buClr>
                  <a:srgbClr val="122E66"/>
                </a:buClr>
              </a:pPr>
              <a:r>
                <a:rPr lang="en-US" altLang="zh-CN" sz="1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rPr>
                <a:t>5</a:t>
              </a:r>
              <a:r>
                <a:rPr lang="zh-CN" altLang="en-US" sz="1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rPr>
                <a:t>月</a:t>
              </a:r>
              <a:r>
                <a:rPr lang="en-US" altLang="zh-CN" sz="1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rPr>
                <a:t>1</a:t>
              </a:r>
              <a:r>
                <a:rPr lang="zh-CN" altLang="en-US" sz="1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rPr>
                <a:t>日</a:t>
              </a:r>
              <a:r>
                <a:rPr lang="en-US" altLang="zh-CN" sz="1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rPr>
                <a:t>-5</a:t>
              </a:r>
              <a:r>
                <a:rPr lang="zh-CN" altLang="en-US" sz="1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rPr>
                <a:t>月</a:t>
              </a:r>
              <a:r>
                <a:rPr lang="en-US" altLang="zh-CN" sz="1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rPr>
                <a:t>5</a:t>
              </a:r>
              <a:r>
                <a:rPr lang="zh-CN" altLang="en-US" sz="1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rPr>
                <a:t>日 </a:t>
              </a:r>
              <a:endPara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 CN Bold"/>
                <a:ea typeface="思源宋体 CN" panose="02020400000000000000" pitchFamily="18" charset="-122"/>
                <a:cs typeface="+mn-ea"/>
                <a:sym typeface="+mn-lt"/>
              </a:endParaRPr>
            </a:p>
            <a:p>
              <a:pPr algn="l">
                <a:lnSpc>
                  <a:spcPct val="150000"/>
                </a:lnSpc>
                <a:buClr>
                  <a:srgbClr val="122E66"/>
                </a:buClr>
              </a:pPr>
              <a:r>
                <a:rPr lang="zh-CN" altLang="en-US" sz="1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rPr>
                <a:t>前后端联调、核心流程测试、完成中期报告</a:t>
              </a:r>
              <a:endPara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 CN Bold"/>
                <a:ea typeface="思源宋体 CN" panose="02020400000000000000" pitchFamily="18" charset="-122"/>
                <a:cs typeface="+mn-ea"/>
                <a:sym typeface="+mn-lt"/>
              </a:endParaRP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B6A4BE15-26D1-4526-5C94-A0720EFF9BF6}"/>
              </a:ext>
            </a:extLst>
          </p:cNvPr>
          <p:cNvGrpSpPr/>
          <p:nvPr/>
        </p:nvGrpSpPr>
        <p:grpSpPr>
          <a:xfrm>
            <a:off x="9108822" y="3057268"/>
            <a:ext cx="2640723" cy="2137972"/>
            <a:chOff x="4267274" y="3105491"/>
            <a:chExt cx="3183875" cy="2520108"/>
          </a:xfrm>
        </p:grpSpPr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8CB42663-FB03-8B8C-4E58-A0F960105FCC}"/>
                </a:ext>
              </a:extLst>
            </p:cNvPr>
            <p:cNvGrpSpPr/>
            <p:nvPr/>
          </p:nvGrpSpPr>
          <p:grpSpPr>
            <a:xfrm>
              <a:off x="4267274" y="3105491"/>
              <a:ext cx="3183875" cy="2520108"/>
              <a:chOff x="229593" y="3440078"/>
              <a:chExt cx="3183875" cy="2520108"/>
            </a:xfrm>
          </p:grpSpPr>
          <p:sp>
            <p:nvSpPr>
              <p:cNvPr id="17" name="矩形: 圆角 16">
                <a:extLst>
                  <a:ext uri="{FF2B5EF4-FFF2-40B4-BE49-F238E27FC236}">
                    <a16:creationId xmlns:a16="http://schemas.microsoft.com/office/drawing/2014/main" id="{C3083643-FF97-2645-28E0-98B93A8C6938}"/>
                  </a:ext>
                </a:extLst>
              </p:cNvPr>
              <p:cNvSpPr/>
              <p:nvPr/>
            </p:nvSpPr>
            <p:spPr>
              <a:xfrm>
                <a:off x="229593" y="3440078"/>
                <a:ext cx="3183875" cy="2520108"/>
              </a:xfrm>
              <a:prstGeom prst="roundRect">
                <a:avLst>
                  <a:gd name="adj" fmla="val 5301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8" name="矩形: 圆角 17">
                <a:extLst>
                  <a:ext uri="{FF2B5EF4-FFF2-40B4-BE49-F238E27FC236}">
                    <a16:creationId xmlns:a16="http://schemas.microsoft.com/office/drawing/2014/main" id="{0315FEF7-77CE-FB37-743E-E6C20BAB3D2A}"/>
                  </a:ext>
                </a:extLst>
              </p:cNvPr>
              <p:cNvSpPr/>
              <p:nvPr/>
            </p:nvSpPr>
            <p:spPr>
              <a:xfrm>
                <a:off x="309498" y="3539132"/>
                <a:ext cx="3024067" cy="2393616"/>
              </a:xfrm>
              <a:prstGeom prst="roundRect">
                <a:avLst>
                  <a:gd name="adj" fmla="val 5301"/>
                </a:avLst>
              </a:prstGeom>
              <a:solidFill>
                <a:srgbClr val="4C7CA0"/>
              </a:solidFill>
              <a:ln>
                <a:noFill/>
              </a:ln>
              <a:effectLst>
                <a:outerShdw blurRad="25400" sx="102000" sy="102000" algn="ctr" rotWithShape="0">
                  <a:prstClr val="black">
                    <a:alpha val="26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439B166F-C271-3D53-5CEF-A292CABE62C5}"/>
                </a:ext>
              </a:extLst>
            </p:cNvPr>
            <p:cNvSpPr txBox="1"/>
            <p:nvPr/>
          </p:nvSpPr>
          <p:spPr>
            <a:xfrm>
              <a:off x="4683516" y="3499445"/>
              <a:ext cx="2361600" cy="18038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50000"/>
                </a:lnSpc>
                <a:buClr>
                  <a:srgbClr val="122E66"/>
                </a:buClr>
              </a:pPr>
              <a:r>
                <a:rPr lang="en-US" altLang="zh-CN" sz="1600" dirty="0">
                  <a:solidFill>
                    <a:schemeClr val="bg1"/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rPr>
                <a:t>5</a:t>
              </a:r>
              <a:r>
                <a:rPr lang="zh-CN" altLang="en-US" sz="1600" dirty="0">
                  <a:solidFill>
                    <a:schemeClr val="bg1"/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rPr>
                <a:t>月</a:t>
              </a:r>
              <a:r>
                <a:rPr lang="en-US" altLang="zh-CN" sz="1600" dirty="0">
                  <a:solidFill>
                    <a:schemeClr val="bg1"/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rPr>
                <a:t>6</a:t>
              </a:r>
              <a:r>
                <a:rPr lang="zh-CN" altLang="en-US" sz="1600" dirty="0">
                  <a:solidFill>
                    <a:schemeClr val="bg1"/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rPr>
                <a:t>日</a:t>
              </a:r>
              <a:r>
                <a:rPr lang="en-US" altLang="zh-CN" sz="1600" dirty="0">
                  <a:solidFill>
                    <a:schemeClr val="bg1"/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rPr>
                <a:t>-5</a:t>
              </a:r>
              <a:r>
                <a:rPr lang="zh-CN" altLang="en-US" sz="1600" dirty="0">
                  <a:solidFill>
                    <a:schemeClr val="bg1"/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rPr>
                <a:t>月</a:t>
              </a:r>
              <a:r>
                <a:rPr lang="en-US" altLang="zh-CN" sz="1600" dirty="0">
                  <a:solidFill>
                    <a:schemeClr val="bg1"/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rPr>
                <a:t>13</a:t>
              </a:r>
              <a:r>
                <a:rPr lang="zh-CN" altLang="en-US" sz="1600" dirty="0">
                  <a:solidFill>
                    <a:schemeClr val="bg1"/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rPr>
                <a:t>日 </a:t>
              </a:r>
              <a:endParaRPr lang="en-US" altLang="zh-CN" sz="1600" dirty="0">
                <a:solidFill>
                  <a:schemeClr val="bg1"/>
                </a:solidFill>
                <a:latin typeface="思源黑体 CN Bold"/>
                <a:ea typeface="思源宋体 CN" panose="02020400000000000000" pitchFamily="18" charset="-122"/>
                <a:cs typeface="+mn-ea"/>
                <a:sym typeface="+mn-lt"/>
              </a:endParaRPr>
            </a:p>
            <a:p>
              <a:pPr algn="l">
                <a:lnSpc>
                  <a:spcPct val="150000"/>
                </a:lnSpc>
                <a:buClr>
                  <a:srgbClr val="122E66"/>
                </a:buClr>
              </a:pPr>
              <a:r>
                <a:rPr lang="zh-CN" altLang="en-US" sz="1600" dirty="0">
                  <a:solidFill>
                    <a:schemeClr val="bg1"/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rPr>
                <a:t>补充评价</a:t>
              </a:r>
              <a:r>
                <a:rPr lang="en-US" altLang="zh-CN" sz="1600" dirty="0">
                  <a:solidFill>
                    <a:schemeClr val="bg1"/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rPr>
                <a:t>/</a:t>
              </a:r>
              <a:r>
                <a:rPr lang="zh-CN" altLang="en-US" sz="1600" dirty="0">
                  <a:solidFill>
                    <a:schemeClr val="bg1"/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rPr>
                <a:t>结算模块、撰写软件说明书，最终汇总、</a:t>
              </a:r>
              <a:r>
                <a:rPr lang="en-US" altLang="zh-CN" sz="1600" dirty="0">
                  <a:solidFill>
                    <a:schemeClr val="bg1"/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rPr>
                <a:t>PPT</a:t>
              </a:r>
              <a:r>
                <a:rPr lang="zh-CN" altLang="en-US" sz="1600" dirty="0">
                  <a:solidFill>
                    <a:schemeClr val="bg1"/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rPr>
                <a:t>制作</a:t>
              </a:r>
              <a:endParaRPr lang="en-US" altLang="zh-CN" sz="1600" dirty="0">
                <a:solidFill>
                  <a:schemeClr val="bg1"/>
                </a:solidFill>
                <a:latin typeface="思源黑体 CN Bold"/>
                <a:ea typeface="思源宋体 CN" panose="02020400000000000000" pitchFamily="18" charset="-122"/>
                <a:cs typeface="+mn-ea"/>
                <a:sym typeface="+mn-lt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7BB2D50B-58DD-AB91-0C41-2B59103ED653}"/>
              </a:ext>
            </a:extLst>
          </p:cNvPr>
          <p:cNvSpPr txBox="1"/>
          <p:nvPr/>
        </p:nvSpPr>
        <p:spPr>
          <a:xfrm>
            <a:off x="3875768" y="1632878"/>
            <a:ext cx="16157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spc="300" dirty="0"/>
              <a:t>第二阶段</a:t>
            </a:r>
          </a:p>
        </p:txBody>
      </p:sp>
      <p:sp>
        <p:nvSpPr>
          <p:cNvPr id="20" name="箭头: 五边形 19">
            <a:extLst>
              <a:ext uri="{FF2B5EF4-FFF2-40B4-BE49-F238E27FC236}">
                <a16:creationId xmlns:a16="http://schemas.microsoft.com/office/drawing/2014/main" id="{283CEE7D-4A56-0062-7267-072CC833DAA7}"/>
              </a:ext>
            </a:extLst>
          </p:cNvPr>
          <p:cNvSpPr/>
          <p:nvPr/>
        </p:nvSpPr>
        <p:spPr>
          <a:xfrm>
            <a:off x="274736" y="6422359"/>
            <a:ext cx="1608856" cy="367807"/>
          </a:xfrm>
          <a:prstGeom prst="homePlat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cs typeface="+mn-ea"/>
              </a:rPr>
              <a:t>进度与分工</a:t>
            </a:r>
          </a:p>
        </p:txBody>
      </p:sp>
    </p:spTree>
    <p:extLst>
      <p:ext uri="{BB962C8B-B14F-4D97-AF65-F5344CB8AC3E}">
        <p14:creationId xmlns:p14="http://schemas.microsoft.com/office/powerpoint/2010/main" val="42120893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ṡ1íḋe"/>
          <p:cNvSpPr/>
          <p:nvPr/>
        </p:nvSpPr>
        <p:spPr>
          <a:xfrm>
            <a:off x="-11552" y="-1"/>
            <a:ext cx="12215105" cy="620689"/>
          </a:xfrm>
          <a:prstGeom prst="rect">
            <a:avLst/>
          </a:prstGeom>
          <a:solidFill>
            <a:srgbClr val="0E41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5" name="iṡḻîdê"/>
          <p:cNvSpPr/>
          <p:nvPr/>
        </p:nvSpPr>
        <p:spPr>
          <a:xfrm>
            <a:off x="0" y="0"/>
            <a:ext cx="12192000" cy="3445288"/>
          </a:xfrm>
          <a:prstGeom prst="rect">
            <a:avLst/>
          </a:prstGeom>
          <a:solidFill>
            <a:srgbClr val="122E66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9" name="iš1íḍè"/>
          <p:cNvSpPr/>
          <p:nvPr/>
        </p:nvSpPr>
        <p:spPr>
          <a:xfrm>
            <a:off x="274736" y="404664"/>
            <a:ext cx="11608824" cy="59555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1600" sx="101000" sy="101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500" b="1" i="0" u="none" strike="noStrike" kern="1200" cap="none" spc="30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C2A99E28-D404-3968-E72C-5A06B9D015D8}"/>
              </a:ext>
            </a:extLst>
          </p:cNvPr>
          <p:cNvGrpSpPr/>
          <p:nvPr/>
        </p:nvGrpSpPr>
        <p:grpSpPr>
          <a:xfrm>
            <a:off x="1690127" y="1308073"/>
            <a:ext cx="8600729" cy="1420678"/>
            <a:chOff x="3120851" y="1767022"/>
            <a:chExt cx="8600729" cy="1420678"/>
          </a:xfrm>
        </p:grpSpPr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A1E8D2AA-A15B-3779-6F81-08229844AB9E}"/>
                </a:ext>
              </a:extLst>
            </p:cNvPr>
            <p:cNvCxnSpPr>
              <a:cxnSpLocks/>
            </p:cNvCxnSpPr>
            <p:nvPr/>
          </p:nvCxnSpPr>
          <p:spPr>
            <a:xfrm>
              <a:off x="3120851" y="1767022"/>
              <a:ext cx="0" cy="1420678"/>
            </a:xfrm>
            <a:prstGeom prst="line">
              <a:avLst/>
            </a:prstGeom>
            <a:ln w="95250">
              <a:solidFill>
                <a:srgbClr val="0E419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9C075657-FFEB-4F57-57E7-B8CE5A21752A}"/>
                </a:ext>
              </a:extLst>
            </p:cNvPr>
            <p:cNvSpPr/>
            <p:nvPr/>
          </p:nvSpPr>
          <p:spPr>
            <a:xfrm>
              <a:off x="3178001" y="1767022"/>
              <a:ext cx="8543579" cy="142067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dirty="0"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F93C2704-B27C-DDAA-DFA2-6A0978D083A0}"/>
              </a:ext>
            </a:extLst>
          </p:cNvPr>
          <p:cNvGrpSpPr/>
          <p:nvPr/>
        </p:nvGrpSpPr>
        <p:grpSpPr>
          <a:xfrm>
            <a:off x="1690127" y="2932872"/>
            <a:ext cx="8600729" cy="1420678"/>
            <a:chOff x="3120851" y="1767022"/>
            <a:chExt cx="8600729" cy="1420678"/>
          </a:xfrm>
        </p:grpSpPr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4C2FDBB3-E640-484D-1ACD-6DA91518733F}"/>
                </a:ext>
              </a:extLst>
            </p:cNvPr>
            <p:cNvCxnSpPr>
              <a:cxnSpLocks/>
            </p:cNvCxnSpPr>
            <p:nvPr/>
          </p:nvCxnSpPr>
          <p:spPr>
            <a:xfrm>
              <a:off x="3120851" y="1767022"/>
              <a:ext cx="0" cy="1420678"/>
            </a:xfrm>
            <a:prstGeom prst="line">
              <a:avLst/>
            </a:prstGeom>
            <a:ln w="95250">
              <a:solidFill>
                <a:srgbClr val="0E419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7890315F-F10A-4943-8580-2A6B32519E5B}"/>
                </a:ext>
              </a:extLst>
            </p:cNvPr>
            <p:cNvSpPr/>
            <p:nvPr/>
          </p:nvSpPr>
          <p:spPr>
            <a:xfrm>
              <a:off x="3178001" y="1767022"/>
              <a:ext cx="8543579" cy="142067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endParaRPr lang="zh-CN" altLang="en-US" dirty="0"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951E0297-5218-6605-EE1D-90EAAF51EA3F}"/>
              </a:ext>
            </a:extLst>
          </p:cNvPr>
          <p:cNvGrpSpPr/>
          <p:nvPr/>
        </p:nvGrpSpPr>
        <p:grpSpPr>
          <a:xfrm>
            <a:off x="1690127" y="4557671"/>
            <a:ext cx="8600729" cy="1420678"/>
            <a:chOff x="3120851" y="1767022"/>
            <a:chExt cx="8600729" cy="1420678"/>
          </a:xfrm>
        </p:grpSpPr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913229F4-8098-4F09-AEA0-EF2A08E984A6}"/>
                </a:ext>
              </a:extLst>
            </p:cNvPr>
            <p:cNvCxnSpPr>
              <a:cxnSpLocks/>
            </p:cNvCxnSpPr>
            <p:nvPr/>
          </p:nvCxnSpPr>
          <p:spPr>
            <a:xfrm>
              <a:off x="3120851" y="1767022"/>
              <a:ext cx="0" cy="1420678"/>
            </a:xfrm>
            <a:prstGeom prst="line">
              <a:avLst/>
            </a:prstGeom>
            <a:ln w="95250">
              <a:solidFill>
                <a:srgbClr val="0E419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7C1738E9-49B4-C462-DF64-CF9C72C3BE01}"/>
                </a:ext>
              </a:extLst>
            </p:cNvPr>
            <p:cNvSpPr/>
            <p:nvPr/>
          </p:nvSpPr>
          <p:spPr>
            <a:xfrm>
              <a:off x="3178001" y="1767022"/>
              <a:ext cx="8543579" cy="142067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7" name="文本框 16">
            <a:extLst>
              <a:ext uri="{FF2B5EF4-FFF2-40B4-BE49-F238E27FC236}">
                <a16:creationId xmlns:a16="http://schemas.microsoft.com/office/drawing/2014/main" id="{0CFE6B83-D069-0A73-9A1F-909D0DC4482D}"/>
              </a:ext>
            </a:extLst>
          </p:cNvPr>
          <p:cNvSpPr txBox="1"/>
          <p:nvPr/>
        </p:nvSpPr>
        <p:spPr>
          <a:xfrm>
            <a:off x="2048126" y="1563699"/>
            <a:ext cx="7941879" cy="791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Clr>
                <a:srgbClr val="122E66"/>
              </a:buClr>
            </a:pPr>
            <a:r>
              <a:rPr lang="zh-CN" altLang="en-US" sz="1600" dirty="0">
                <a:solidFill>
                  <a:schemeClr val="accent2">
                    <a:lumMod val="50000"/>
                  </a:schemeClr>
                </a:solidFill>
                <a:latin typeface="思源黑体 CN Bold"/>
                <a:ea typeface="思源宋体 CN" panose="02020400000000000000" pitchFamily="18" charset="-122"/>
                <a:cs typeface="+mn-ea"/>
                <a:sym typeface="+mn-lt"/>
              </a:rPr>
              <a:t>风险：成员</a:t>
            </a:r>
            <a:r>
              <a:rPr lang="en-US" altLang="zh-CN" sz="1600" dirty="0">
                <a:solidFill>
                  <a:schemeClr val="accent2">
                    <a:lumMod val="50000"/>
                  </a:schemeClr>
                </a:solidFill>
                <a:latin typeface="思源黑体 CN Bold"/>
                <a:ea typeface="思源宋体 CN" panose="02020400000000000000" pitchFamily="18" charset="-122"/>
                <a:cs typeface="+mn-ea"/>
                <a:sym typeface="+mn-lt"/>
              </a:rPr>
              <a:t>Git</a:t>
            </a:r>
            <a:r>
              <a:rPr lang="zh-CN" altLang="en-US" sz="1600" dirty="0">
                <a:solidFill>
                  <a:schemeClr val="accent2">
                    <a:lumMod val="50000"/>
                  </a:schemeClr>
                </a:solidFill>
                <a:latin typeface="思源黑体 CN Bold"/>
                <a:ea typeface="思源宋体 CN" panose="02020400000000000000" pitchFamily="18" charset="-122"/>
                <a:cs typeface="+mn-ea"/>
                <a:sym typeface="+mn-lt"/>
              </a:rPr>
              <a:t>操作不熟导致提交混乱</a:t>
            </a:r>
            <a:endParaRPr lang="en-US" altLang="zh-CN" sz="1600" dirty="0">
              <a:solidFill>
                <a:schemeClr val="accent2">
                  <a:lumMod val="50000"/>
                </a:schemeClr>
              </a:solidFill>
              <a:latin typeface="思源黑体 CN Bold"/>
              <a:ea typeface="思源宋体 CN" panose="02020400000000000000" pitchFamily="18" charset="-122"/>
              <a:cs typeface="+mn-ea"/>
              <a:sym typeface="+mn-lt"/>
            </a:endParaRPr>
          </a:p>
          <a:p>
            <a:pPr algn="l">
              <a:lnSpc>
                <a:spcPct val="150000"/>
              </a:lnSpc>
              <a:buClr>
                <a:srgbClr val="122E66"/>
              </a:buClr>
            </a:pPr>
            <a:r>
              <a:rPr lang="zh-CN" altLang="en-US" sz="1600" dirty="0">
                <a:solidFill>
                  <a:schemeClr val="accent2">
                    <a:lumMod val="50000"/>
                  </a:schemeClr>
                </a:solidFill>
                <a:latin typeface="思源黑体 CN Bold"/>
                <a:ea typeface="思源宋体 CN" panose="02020400000000000000" pitchFamily="18" charset="-122"/>
                <a:cs typeface="+mn-ea"/>
                <a:sym typeface="+mn-lt"/>
              </a:rPr>
              <a:t>应对：每人只在自己的模块文件夹工作，审查后再合并 </a:t>
            </a:r>
            <a:endParaRPr lang="en-US" altLang="zh-CN" sz="1600" dirty="0">
              <a:solidFill>
                <a:schemeClr val="accent2">
                  <a:lumMod val="50000"/>
                </a:schemeClr>
              </a:solidFill>
              <a:latin typeface="思源黑体 CN Bold"/>
              <a:ea typeface="思源宋体 CN" panose="02020400000000000000" pitchFamily="18" charset="-122"/>
              <a:cs typeface="+mn-ea"/>
              <a:sym typeface="+mn-lt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6C8FCFE9-7E51-01DB-C874-F7607727FA51}"/>
              </a:ext>
            </a:extLst>
          </p:cNvPr>
          <p:cNvGrpSpPr/>
          <p:nvPr/>
        </p:nvGrpSpPr>
        <p:grpSpPr>
          <a:xfrm>
            <a:off x="730867" y="809908"/>
            <a:ext cx="3828219" cy="430887"/>
            <a:chOff x="707718" y="813975"/>
            <a:chExt cx="3828219" cy="430887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83CF1605-80CF-0A37-DB94-F125BB222C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7718" y="856366"/>
              <a:ext cx="0" cy="355445"/>
            </a:xfrm>
            <a:prstGeom prst="line">
              <a:avLst/>
            </a:prstGeom>
            <a:ln w="79375">
              <a:solidFill>
                <a:srgbClr val="122E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17858311-0EE4-ED98-92B5-EE18D4C8024F}"/>
                </a:ext>
              </a:extLst>
            </p:cNvPr>
            <p:cNvSpPr txBox="1"/>
            <p:nvPr/>
          </p:nvSpPr>
          <p:spPr>
            <a:xfrm>
              <a:off x="841558" y="813975"/>
              <a:ext cx="3694379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2200" dirty="0">
                  <a:solidFill>
                    <a:srgbClr val="00156C"/>
                  </a:solidFill>
                  <a:latin typeface="+mn-ea"/>
                  <a:cs typeface="+mn-ea"/>
                </a:rPr>
                <a:t>风险与应对</a:t>
              </a:r>
              <a:endPara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156C"/>
                </a:solidFill>
                <a:effectLst/>
                <a:uLnTx/>
                <a:uFillTx/>
                <a:latin typeface="+mn-ea"/>
                <a:cs typeface="+mn-ea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8C1F99A8-7716-9778-73D4-0528398165F4}"/>
              </a:ext>
            </a:extLst>
          </p:cNvPr>
          <p:cNvSpPr txBox="1"/>
          <p:nvPr/>
        </p:nvSpPr>
        <p:spPr>
          <a:xfrm>
            <a:off x="2048125" y="3250896"/>
            <a:ext cx="7941879" cy="791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Clr>
                <a:srgbClr val="122E66"/>
              </a:buClr>
            </a:pPr>
            <a:r>
              <a:rPr lang="zh-CN" altLang="en-US" sz="1600" dirty="0">
                <a:solidFill>
                  <a:schemeClr val="accent2">
                    <a:lumMod val="50000"/>
                  </a:schemeClr>
                </a:solidFill>
                <a:latin typeface="思源黑体 CN Bold"/>
                <a:ea typeface="思源宋体 CN" panose="02020400000000000000" pitchFamily="18" charset="-122"/>
                <a:cs typeface="+mn-ea"/>
                <a:sym typeface="+mn-lt"/>
              </a:rPr>
              <a:t>风险：后端接口进度滞后</a:t>
            </a:r>
            <a:endParaRPr lang="en-US" altLang="zh-CN" sz="1600" dirty="0">
              <a:solidFill>
                <a:schemeClr val="accent2">
                  <a:lumMod val="50000"/>
                </a:schemeClr>
              </a:solidFill>
              <a:latin typeface="思源黑体 CN Bold"/>
              <a:ea typeface="思源宋体 CN" panose="02020400000000000000" pitchFamily="18" charset="-122"/>
              <a:cs typeface="+mn-ea"/>
              <a:sym typeface="+mn-lt"/>
            </a:endParaRPr>
          </a:p>
          <a:p>
            <a:pPr algn="l">
              <a:lnSpc>
                <a:spcPct val="150000"/>
              </a:lnSpc>
              <a:buClr>
                <a:srgbClr val="122E66"/>
              </a:buClr>
            </a:pPr>
            <a:r>
              <a:rPr lang="zh-CN" altLang="en-US" sz="1600" dirty="0">
                <a:solidFill>
                  <a:schemeClr val="accent2">
                    <a:lumMod val="50000"/>
                  </a:schemeClr>
                </a:solidFill>
                <a:latin typeface="思源黑体 CN Bold"/>
                <a:ea typeface="思源宋体 CN" panose="02020400000000000000" pitchFamily="18" charset="-122"/>
                <a:cs typeface="+mn-ea"/>
                <a:sym typeface="+mn-lt"/>
              </a:rPr>
              <a:t>应对：前端先用</a:t>
            </a:r>
            <a:r>
              <a:rPr lang="en-US" altLang="zh-CN" sz="1600" dirty="0">
                <a:solidFill>
                  <a:schemeClr val="accent2">
                    <a:lumMod val="50000"/>
                  </a:schemeClr>
                </a:solidFill>
                <a:latin typeface="思源黑体 CN Bold"/>
                <a:ea typeface="思源宋体 CN" panose="02020400000000000000" pitchFamily="18" charset="-122"/>
                <a:cs typeface="+mn-ea"/>
                <a:sym typeface="+mn-lt"/>
              </a:rPr>
              <a:t>mock</a:t>
            </a:r>
            <a:r>
              <a:rPr lang="zh-CN" altLang="en-US" sz="1600" dirty="0">
                <a:solidFill>
                  <a:schemeClr val="accent2">
                    <a:lumMod val="50000"/>
                  </a:schemeClr>
                </a:solidFill>
                <a:latin typeface="思源黑体 CN Bold"/>
                <a:ea typeface="思源宋体 CN" panose="02020400000000000000" pitchFamily="18" charset="-122"/>
                <a:cs typeface="+mn-ea"/>
                <a:sym typeface="+mn-lt"/>
              </a:rPr>
              <a:t>数据</a:t>
            </a:r>
            <a:endParaRPr lang="en-US" altLang="zh-CN" sz="1600" dirty="0">
              <a:solidFill>
                <a:schemeClr val="accent2">
                  <a:lumMod val="50000"/>
                </a:schemeClr>
              </a:solidFill>
              <a:latin typeface="思源黑体 CN Bold"/>
              <a:ea typeface="思源宋体 CN" panose="02020400000000000000" pitchFamily="18" charset="-122"/>
              <a:cs typeface="+mn-ea"/>
              <a:sym typeface="+mn-lt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3E8F7750-1E78-918B-157B-AD6DBEC59FEA}"/>
              </a:ext>
            </a:extLst>
          </p:cNvPr>
          <p:cNvSpPr txBox="1"/>
          <p:nvPr/>
        </p:nvSpPr>
        <p:spPr>
          <a:xfrm>
            <a:off x="2048125" y="4850761"/>
            <a:ext cx="7941879" cy="791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Clr>
                <a:srgbClr val="122E66"/>
              </a:buClr>
            </a:pPr>
            <a:r>
              <a:rPr lang="zh-CN" altLang="en-US" sz="1600" dirty="0">
                <a:solidFill>
                  <a:schemeClr val="accent2">
                    <a:lumMod val="50000"/>
                  </a:schemeClr>
                </a:solidFill>
                <a:latin typeface="思源黑体 CN Bold"/>
                <a:ea typeface="思源宋体 CN" panose="02020400000000000000" pitchFamily="18" charset="-122"/>
                <a:cs typeface="+mn-ea"/>
                <a:sym typeface="+mn-lt"/>
              </a:rPr>
              <a:t>风险：测试时间不足</a:t>
            </a:r>
            <a:endParaRPr lang="en-US" altLang="zh-CN" sz="1600" dirty="0">
              <a:solidFill>
                <a:schemeClr val="accent2">
                  <a:lumMod val="50000"/>
                </a:schemeClr>
              </a:solidFill>
              <a:latin typeface="思源黑体 CN Bold"/>
              <a:ea typeface="思源宋体 CN" panose="02020400000000000000" pitchFamily="18" charset="-122"/>
              <a:cs typeface="+mn-ea"/>
              <a:sym typeface="+mn-lt"/>
            </a:endParaRPr>
          </a:p>
          <a:p>
            <a:pPr algn="l">
              <a:lnSpc>
                <a:spcPct val="150000"/>
              </a:lnSpc>
              <a:buClr>
                <a:srgbClr val="122E66"/>
              </a:buClr>
            </a:pPr>
            <a:r>
              <a:rPr lang="zh-CN" altLang="en-US" sz="1600" dirty="0">
                <a:solidFill>
                  <a:schemeClr val="accent2">
                    <a:lumMod val="50000"/>
                  </a:schemeClr>
                </a:solidFill>
                <a:latin typeface="思源黑体 CN Bold"/>
                <a:ea typeface="思源宋体 CN" panose="02020400000000000000" pitchFamily="18" charset="-122"/>
                <a:cs typeface="+mn-ea"/>
                <a:sym typeface="+mn-lt"/>
              </a:rPr>
              <a:t>应对：重点测试发布</a:t>
            </a:r>
            <a:r>
              <a:rPr lang="en-US" altLang="zh-CN" sz="1600" dirty="0">
                <a:solidFill>
                  <a:schemeClr val="accent2">
                    <a:lumMod val="50000"/>
                  </a:schemeClr>
                </a:solidFill>
                <a:latin typeface="思源黑体 CN Bold"/>
                <a:ea typeface="思源宋体 CN" panose="02020400000000000000" pitchFamily="18" charset="-122"/>
                <a:cs typeface="+mn-ea"/>
                <a:sym typeface="+mn-lt"/>
              </a:rPr>
              <a:t>-</a:t>
            </a:r>
            <a:r>
              <a:rPr lang="zh-CN" altLang="en-US" sz="1600" dirty="0">
                <a:solidFill>
                  <a:schemeClr val="accent2">
                    <a:lumMod val="50000"/>
                  </a:schemeClr>
                </a:solidFill>
                <a:latin typeface="思源黑体 CN Bold"/>
                <a:ea typeface="思源宋体 CN" panose="02020400000000000000" pitchFamily="18" charset="-122"/>
                <a:cs typeface="+mn-ea"/>
                <a:sym typeface="+mn-lt"/>
              </a:rPr>
              <a:t>接单</a:t>
            </a:r>
            <a:r>
              <a:rPr lang="en-US" altLang="zh-CN" sz="1600" dirty="0">
                <a:solidFill>
                  <a:schemeClr val="accent2">
                    <a:lumMod val="50000"/>
                  </a:schemeClr>
                </a:solidFill>
                <a:latin typeface="思源黑体 CN Bold"/>
                <a:ea typeface="思源宋体 CN" panose="02020400000000000000" pitchFamily="18" charset="-122"/>
                <a:cs typeface="+mn-ea"/>
                <a:sym typeface="+mn-lt"/>
              </a:rPr>
              <a:t>-</a:t>
            </a:r>
            <a:r>
              <a:rPr lang="zh-CN" altLang="en-US" sz="1600" dirty="0">
                <a:solidFill>
                  <a:schemeClr val="accent2">
                    <a:lumMod val="50000"/>
                  </a:schemeClr>
                </a:solidFill>
                <a:latin typeface="思源黑体 CN Bold"/>
                <a:ea typeface="思源宋体 CN" panose="02020400000000000000" pitchFamily="18" charset="-122"/>
                <a:cs typeface="+mn-ea"/>
                <a:sym typeface="+mn-lt"/>
              </a:rPr>
              <a:t>完成的核心流程</a:t>
            </a:r>
            <a:endParaRPr lang="en-US" altLang="zh-CN" sz="1600" dirty="0">
              <a:solidFill>
                <a:schemeClr val="accent2">
                  <a:lumMod val="50000"/>
                </a:schemeClr>
              </a:solidFill>
              <a:latin typeface="思源黑体 CN Bold"/>
              <a:ea typeface="思源宋体 CN" panose="02020400000000000000" pitchFamily="18" charset="-122"/>
              <a:cs typeface="+mn-ea"/>
              <a:sym typeface="+mn-lt"/>
            </a:endParaRPr>
          </a:p>
        </p:txBody>
      </p:sp>
      <p:sp>
        <p:nvSpPr>
          <p:cNvPr id="35" name="箭头: 五边形 34">
            <a:extLst>
              <a:ext uri="{FF2B5EF4-FFF2-40B4-BE49-F238E27FC236}">
                <a16:creationId xmlns:a16="http://schemas.microsoft.com/office/drawing/2014/main" id="{09FD84EB-1BD7-877C-7CAD-60820AF3F2DD}"/>
              </a:ext>
            </a:extLst>
          </p:cNvPr>
          <p:cNvSpPr/>
          <p:nvPr/>
        </p:nvSpPr>
        <p:spPr>
          <a:xfrm>
            <a:off x="274736" y="6427442"/>
            <a:ext cx="1608856" cy="367807"/>
          </a:xfrm>
          <a:prstGeom prst="homePlat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cs typeface="+mn-ea"/>
              </a:rPr>
              <a:t>进度与分工</a:t>
            </a:r>
          </a:p>
        </p:txBody>
      </p:sp>
    </p:spTree>
    <p:extLst>
      <p:ext uri="{BB962C8B-B14F-4D97-AF65-F5344CB8AC3E}">
        <p14:creationId xmlns:p14="http://schemas.microsoft.com/office/powerpoint/2010/main" val="18207558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ṡ1íḋe"/>
          <p:cNvSpPr/>
          <p:nvPr/>
        </p:nvSpPr>
        <p:spPr>
          <a:xfrm>
            <a:off x="-11552" y="-1"/>
            <a:ext cx="12215105" cy="620689"/>
          </a:xfrm>
          <a:prstGeom prst="rect">
            <a:avLst/>
          </a:prstGeom>
          <a:solidFill>
            <a:srgbClr val="0E41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5" name="iṡḻîdê"/>
          <p:cNvSpPr/>
          <p:nvPr/>
        </p:nvSpPr>
        <p:spPr>
          <a:xfrm>
            <a:off x="0" y="0"/>
            <a:ext cx="12192000" cy="3445288"/>
          </a:xfrm>
          <a:prstGeom prst="rect">
            <a:avLst/>
          </a:prstGeom>
          <a:solidFill>
            <a:srgbClr val="122E66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9" name="iš1íḍè"/>
          <p:cNvSpPr/>
          <p:nvPr/>
        </p:nvSpPr>
        <p:spPr>
          <a:xfrm>
            <a:off x="274736" y="323639"/>
            <a:ext cx="11608824" cy="59555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1600" sx="101000" sy="101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500" b="1" i="0" u="none" strike="noStrike" kern="1200" cap="none" spc="30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035D2321-05FE-9F25-86C1-AEFCCDE9F710}"/>
              </a:ext>
            </a:extLst>
          </p:cNvPr>
          <p:cNvGrpSpPr/>
          <p:nvPr/>
        </p:nvGrpSpPr>
        <p:grpSpPr>
          <a:xfrm>
            <a:off x="707718" y="663501"/>
            <a:ext cx="3828219" cy="430887"/>
            <a:chOff x="707718" y="813975"/>
            <a:chExt cx="3828219" cy="430887"/>
          </a:xfrm>
        </p:grpSpPr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D19D9943-2FC6-8BAB-6D63-95EB695E6EA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7718" y="856366"/>
              <a:ext cx="0" cy="355445"/>
            </a:xfrm>
            <a:prstGeom prst="line">
              <a:avLst/>
            </a:prstGeom>
            <a:ln w="79375">
              <a:solidFill>
                <a:srgbClr val="122E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361DDB0D-F6B0-8357-BAF3-6B13EA04797F}"/>
                </a:ext>
              </a:extLst>
            </p:cNvPr>
            <p:cNvSpPr txBox="1"/>
            <p:nvPr/>
          </p:nvSpPr>
          <p:spPr>
            <a:xfrm>
              <a:off x="841558" y="813975"/>
              <a:ext cx="3694379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2200" dirty="0">
                  <a:solidFill>
                    <a:srgbClr val="00156C"/>
                  </a:solidFill>
                  <a:latin typeface="+mn-ea"/>
                  <a:cs typeface="+mn-ea"/>
                </a:rPr>
                <a:t>当前进度与分工</a:t>
              </a:r>
              <a:endPara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156C"/>
                </a:solidFill>
                <a:effectLst/>
                <a:uLnTx/>
                <a:uFillTx/>
                <a:latin typeface="+mn-ea"/>
                <a:cs typeface="+mn-ea"/>
              </a:endParaRPr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89651474-E60A-EB4E-F34F-1BCB4C599441}"/>
              </a:ext>
            </a:extLst>
          </p:cNvPr>
          <p:cNvGrpSpPr/>
          <p:nvPr/>
        </p:nvGrpSpPr>
        <p:grpSpPr>
          <a:xfrm>
            <a:off x="1026501" y="772189"/>
            <a:ext cx="8982866" cy="2782984"/>
            <a:chOff x="1697834" y="1462814"/>
            <a:chExt cx="8982866" cy="2782984"/>
          </a:xfrm>
        </p:grpSpPr>
        <p:sp>
          <p:nvSpPr>
            <p:cNvPr id="26" name="矩形: 圆角 25">
              <a:extLst>
                <a:ext uri="{FF2B5EF4-FFF2-40B4-BE49-F238E27FC236}">
                  <a16:creationId xmlns:a16="http://schemas.microsoft.com/office/drawing/2014/main" id="{5829F690-205F-1F4E-EE42-F8124FFD71BB}"/>
                </a:ext>
              </a:extLst>
            </p:cNvPr>
            <p:cNvSpPr/>
            <p:nvPr/>
          </p:nvSpPr>
          <p:spPr>
            <a:xfrm>
              <a:off x="2881180" y="1937473"/>
              <a:ext cx="7799520" cy="2308325"/>
            </a:xfrm>
            <a:prstGeom prst="roundRect">
              <a:avLst>
                <a:gd name="adj" fmla="val 5301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FE4EB7B0-CB5B-3F35-40D9-3264E9DA0038}"/>
                </a:ext>
              </a:extLst>
            </p:cNvPr>
            <p:cNvSpPr txBox="1"/>
            <p:nvPr/>
          </p:nvSpPr>
          <p:spPr>
            <a:xfrm>
              <a:off x="3660602" y="2183694"/>
              <a:ext cx="6240675" cy="18158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buClr>
                  <a:srgbClr val="0E419C"/>
                </a:buClr>
              </a:pPr>
              <a:r>
                <a:rPr kumimoji="0" lang="zh-CN" altLang="en-US" sz="1600" b="0" i="0" u="none" strike="noStrike" kern="1200" cap="none" spc="0" normalizeH="0" baseline="0" noProof="1">
                  <a:ln>
                    <a:noFill/>
                  </a:ln>
                  <a:solidFill>
                    <a:schemeClr val="tx2">
                      <a:lumMod val="50000"/>
                    </a:schemeClr>
                  </a:solidFill>
                  <a:effectLst/>
                  <a:uLnTx/>
                  <a:uFillTx/>
                  <a:latin typeface="Arial" panose="020B0604020202020204" pitchFamily="34" charset="0"/>
                  <a:ea typeface="Open Sans Light" panose="020B0306030504020204" pitchFamily="34" charset="0"/>
                  <a:cs typeface="Arial" panose="020B0604020202020204" pitchFamily="34" charset="0"/>
                  <a:sym typeface="Segoe UI Symbol" panose="020B0502040204020203" pitchFamily="34" charset="0"/>
                </a:rPr>
                <a:t>✅ </a:t>
              </a:r>
              <a:r>
                <a:rPr kumimoji="0" lang="en-US" altLang="zh-CN" sz="1600" b="0" i="0" u="none" strike="noStrike" kern="1200" cap="none" spc="0" normalizeH="0" baseline="0" noProof="1">
                  <a:ln>
                    <a:noFill/>
                  </a:ln>
                  <a:solidFill>
                    <a:schemeClr val="tx2">
                      <a:lumMod val="50000"/>
                    </a:schemeClr>
                  </a:solidFill>
                  <a:effectLst/>
                  <a:uLnTx/>
                  <a:uFillTx/>
                  <a:latin typeface="Arial" panose="020B0604020202020204" pitchFamily="34" charset="0"/>
                  <a:ea typeface="Open Sans Light" panose="020B0306030504020204" pitchFamily="34" charset="0"/>
                  <a:cs typeface="Arial" panose="020B0604020202020204" pitchFamily="34" charset="0"/>
                  <a:sym typeface="Segoe UI Symbol" panose="020B0502040204020203" pitchFamily="34" charset="0"/>
                </a:rPr>
                <a:t>Git</a:t>
              </a:r>
              <a:r>
                <a:rPr kumimoji="0" lang="zh-CN" altLang="en-US" sz="1600" b="0" i="0" u="none" strike="noStrike" kern="1200" cap="none" spc="0" normalizeH="0" baseline="0" noProof="1">
                  <a:ln>
                    <a:noFill/>
                  </a:ln>
                  <a:solidFill>
                    <a:schemeClr val="tx2">
                      <a:lumMod val="50000"/>
                    </a:schemeClr>
                  </a:solidFill>
                  <a:effectLst/>
                  <a:uLnTx/>
                  <a:uFillTx/>
                  <a:latin typeface="Arial" panose="020B0604020202020204" pitchFamily="34" charset="0"/>
                  <a:ea typeface="Open Sans Light" panose="020B0306030504020204" pitchFamily="34" charset="0"/>
                  <a:cs typeface="Arial" panose="020B0604020202020204" pitchFamily="34" charset="0"/>
                  <a:sym typeface="Segoe UI Symbol" panose="020B0502040204020203" pitchFamily="34" charset="0"/>
                </a:rPr>
                <a:t>远程仓库已创建并设置为公开</a:t>
              </a:r>
            </a:p>
            <a:p>
              <a:pPr algn="just">
                <a:buClr>
                  <a:srgbClr val="0E419C"/>
                </a:buClr>
              </a:pPr>
              <a:endParaRPr kumimoji="0" lang="zh-CN" altLang="en-US" sz="1600" b="0" i="0" u="none" strike="noStrike" kern="1200" cap="none" spc="0" normalizeH="0" baseline="0" noProof="1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  <a:sym typeface="Segoe UI Symbol" panose="020B0502040204020203" pitchFamily="34" charset="0"/>
              </a:endParaRPr>
            </a:p>
            <a:p>
              <a:pPr algn="just">
                <a:buClr>
                  <a:srgbClr val="0E419C"/>
                </a:buClr>
              </a:pPr>
              <a:r>
                <a:rPr kumimoji="0" lang="zh-CN" altLang="en-US" sz="1600" b="0" i="0" u="none" strike="noStrike" kern="1200" cap="none" spc="0" normalizeH="0" baseline="0" noProof="1">
                  <a:ln>
                    <a:noFill/>
                  </a:ln>
                  <a:solidFill>
                    <a:schemeClr val="tx2">
                      <a:lumMod val="50000"/>
                    </a:schemeClr>
                  </a:solidFill>
                  <a:effectLst/>
                  <a:uLnTx/>
                  <a:uFillTx/>
                  <a:latin typeface="Arial" panose="020B0604020202020204" pitchFamily="34" charset="0"/>
                  <a:ea typeface="Open Sans Light" panose="020B0306030504020204" pitchFamily="34" charset="0"/>
                  <a:cs typeface="Arial" panose="020B0604020202020204" pitchFamily="34" charset="0"/>
                  <a:sym typeface="Segoe UI Symbol" panose="020B0502040204020203" pitchFamily="34" charset="0"/>
                </a:rPr>
                <a:t>✅ 项目计划书已提交至</a:t>
              </a:r>
              <a:r>
                <a:rPr kumimoji="0" lang="en-US" altLang="zh-CN" sz="1600" b="0" i="0" u="none" strike="noStrike" kern="1200" cap="none" spc="0" normalizeH="0" baseline="0" noProof="1">
                  <a:ln>
                    <a:noFill/>
                  </a:ln>
                  <a:solidFill>
                    <a:schemeClr val="tx2">
                      <a:lumMod val="50000"/>
                    </a:schemeClr>
                  </a:solidFill>
                  <a:effectLst/>
                  <a:uLnTx/>
                  <a:uFillTx/>
                  <a:latin typeface="Arial" panose="020B0604020202020204" pitchFamily="34" charset="0"/>
                  <a:ea typeface="Open Sans Light" panose="020B0306030504020204" pitchFamily="34" charset="0"/>
                  <a:cs typeface="Arial" panose="020B0604020202020204" pitchFamily="34" charset="0"/>
                  <a:sym typeface="Segoe UI Symbol" panose="020B0502040204020203" pitchFamily="34" charset="0"/>
                </a:rPr>
                <a:t>GitHub</a:t>
              </a:r>
            </a:p>
            <a:p>
              <a:pPr algn="just">
                <a:buClr>
                  <a:srgbClr val="0E419C"/>
                </a:buClr>
              </a:pPr>
              <a:endParaRPr kumimoji="0" lang="en-US" altLang="zh-CN" sz="1600" b="0" i="0" u="none" strike="noStrike" kern="1200" cap="none" spc="0" normalizeH="0" baseline="0" noProof="1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  <a:sym typeface="Segoe UI Symbol" panose="020B0502040204020203" pitchFamily="34" charset="0"/>
              </a:endParaRPr>
            </a:p>
            <a:p>
              <a:pPr algn="just">
                <a:buClr>
                  <a:srgbClr val="0E419C"/>
                </a:buClr>
              </a:pPr>
              <a:r>
                <a:rPr kumimoji="0" lang="en-US" altLang="zh-CN" sz="1600" b="0" i="0" u="none" strike="noStrike" kern="1200" cap="none" spc="0" normalizeH="0" baseline="0" noProof="1">
                  <a:ln>
                    <a:noFill/>
                  </a:ln>
                  <a:solidFill>
                    <a:schemeClr val="tx2">
                      <a:lumMod val="50000"/>
                    </a:schemeClr>
                  </a:solidFill>
                  <a:effectLst/>
                  <a:uLnTx/>
                  <a:uFillTx/>
                  <a:latin typeface="Arial" panose="020B0604020202020204" pitchFamily="34" charset="0"/>
                  <a:ea typeface="Open Sans Light" panose="020B0306030504020204" pitchFamily="34" charset="0"/>
                  <a:cs typeface="Arial" panose="020B0604020202020204" pitchFamily="34" charset="0"/>
                  <a:sym typeface="Segoe UI Symbol" panose="020B0502040204020203" pitchFamily="34" charset="0"/>
                </a:rPr>
                <a:t>✅ </a:t>
              </a:r>
              <a:r>
                <a:rPr kumimoji="0" lang="zh-CN" altLang="en-US" sz="1600" b="0" i="0" u="none" strike="noStrike" kern="1200" cap="none" spc="0" normalizeH="0" baseline="0" noProof="1">
                  <a:ln>
                    <a:noFill/>
                  </a:ln>
                  <a:solidFill>
                    <a:schemeClr val="tx2">
                      <a:lumMod val="50000"/>
                    </a:schemeClr>
                  </a:solidFill>
                  <a:effectLst/>
                  <a:uLnTx/>
                  <a:uFillTx/>
                  <a:latin typeface="Arial" panose="020B0604020202020204" pitchFamily="34" charset="0"/>
                  <a:ea typeface="Open Sans Light" panose="020B0306030504020204" pitchFamily="34" charset="0"/>
                  <a:cs typeface="Arial" panose="020B0604020202020204" pitchFamily="34" charset="0"/>
                  <a:sym typeface="Segoe UI Symbol" panose="020B0502040204020203" pitchFamily="34" charset="0"/>
                </a:rPr>
                <a:t>技术栈已确定，分工明确</a:t>
              </a:r>
            </a:p>
            <a:p>
              <a:pPr algn="just">
                <a:buClr>
                  <a:srgbClr val="0E419C"/>
                </a:buClr>
              </a:pPr>
              <a:endParaRPr kumimoji="0" lang="zh-CN" altLang="en-US" sz="1600" b="0" i="0" u="none" strike="noStrike" kern="1200" cap="none" spc="0" normalizeH="0" baseline="0" noProof="1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  <a:sym typeface="Segoe UI Symbol" panose="020B0502040204020203" pitchFamily="34" charset="0"/>
              </a:endParaRPr>
            </a:p>
            <a:p>
              <a:pPr algn="just">
                <a:buClr>
                  <a:srgbClr val="0E419C"/>
                </a:buClr>
              </a:pPr>
              <a:r>
                <a:rPr kumimoji="0" lang="zh-CN" altLang="en-US" sz="1600" b="0" i="0" u="none" strike="noStrike" kern="1200" cap="none" spc="0" normalizeH="0" baseline="0" noProof="1">
                  <a:ln>
                    <a:noFill/>
                  </a:ln>
                  <a:solidFill>
                    <a:schemeClr val="tx2">
                      <a:lumMod val="50000"/>
                    </a:schemeClr>
                  </a:solidFill>
                  <a:effectLst/>
                  <a:uLnTx/>
                  <a:uFillTx/>
                  <a:latin typeface="Arial" panose="020B0604020202020204" pitchFamily="34" charset="0"/>
                  <a:ea typeface="Open Sans Light" panose="020B0306030504020204" pitchFamily="34" charset="0"/>
                  <a:cs typeface="Arial" panose="020B0604020202020204" pitchFamily="34" charset="0"/>
                  <a:sym typeface="Segoe UI Symbol" panose="020B0502040204020203" pitchFamily="34" charset="0"/>
                </a:rPr>
                <a:t>🔄 数据库设计和前后端开发正在进行中</a:t>
              </a:r>
              <a:endParaRPr kumimoji="0" lang="en-US" altLang="zh-CN" sz="1600" b="0" i="0" u="none" strike="noStrike" kern="1200" cap="none" spc="0" normalizeH="0" baseline="0" noProof="1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  <a:sym typeface="Segoe UI Symbol" panose="020B0502040204020203" pitchFamily="34" charset="0"/>
              </a:endParaRPr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3B533908-69DB-62D2-48C6-DC90BAC1442E}"/>
                </a:ext>
              </a:extLst>
            </p:cNvPr>
            <p:cNvSpPr txBox="1"/>
            <p:nvPr/>
          </p:nvSpPr>
          <p:spPr>
            <a:xfrm>
              <a:off x="1697834" y="1462814"/>
              <a:ext cx="1765300" cy="26468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600" dirty="0">
                  <a:solidFill>
                    <a:schemeClr val="bg1">
                      <a:lumMod val="75000"/>
                    </a:schemeClr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“</a:t>
              </a:r>
              <a:endParaRPr lang="zh-CN" altLang="en-US" sz="16600" dirty="0">
                <a:solidFill>
                  <a:schemeClr val="bg1">
                    <a:lumMod val="7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endParaRPr>
            </a:p>
          </p:txBody>
        </p:sp>
      </p:grp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41692668-E109-0E9A-0ED9-A7B95A0EB744}"/>
              </a:ext>
            </a:extLst>
          </p:cNvPr>
          <p:cNvSpPr/>
          <p:nvPr/>
        </p:nvSpPr>
        <p:spPr>
          <a:xfrm>
            <a:off x="3196914" y="3696081"/>
            <a:ext cx="7799520" cy="2308325"/>
          </a:xfrm>
          <a:prstGeom prst="roundRect">
            <a:avLst>
              <a:gd name="adj" fmla="val 5301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24752259-2512-2317-B2E9-2FD588DF7A4C}"/>
              </a:ext>
            </a:extLst>
          </p:cNvPr>
          <p:cNvSpPr txBox="1"/>
          <p:nvPr/>
        </p:nvSpPr>
        <p:spPr>
          <a:xfrm>
            <a:off x="9901277" y="5357345"/>
            <a:ext cx="176530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600" dirty="0">
                <a:solidFill>
                  <a:schemeClr val="bg1">
                    <a:lumMod val="7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”</a:t>
            </a:r>
            <a:endParaRPr lang="zh-CN" altLang="en-US" sz="16600" dirty="0">
              <a:solidFill>
                <a:schemeClr val="bg1">
                  <a:lumMod val="75000"/>
                </a:schemeClr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A39E353-CF78-65C9-3DE5-A9FDFFF913CD}"/>
              </a:ext>
            </a:extLst>
          </p:cNvPr>
          <p:cNvSpPr txBox="1"/>
          <p:nvPr/>
        </p:nvSpPr>
        <p:spPr>
          <a:xfrm>
            <a:off x="3790560" y="4054157"/>
            <a:ext cx="8310234" cy="1530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150000"/>
              </a:lnSpc>
              <a:buClr>
                <a:srgbClr val="122E66"/>
              </a:buClr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chemeClr val="tx2">
                    <a:lumMod val="50000"/>
                  </a:schemeClr>
                </a:solidFill>
                <a:latin typeface="思源黑体 CN Bold"/>
                <a:ea typeface="思源宋体 CN" panose="02020400000000000000" pitchFamily="18" charset="-122"/>
                <a:cs typeface="+mn-ea"/>
                <a:sym typeface="+mn-lt"/>
              </a:rPr>
              <a:t>蒋奕婷 </a:t>
            </a:r>
            <a:r>
              <a:rPr lang="en-US" altLang="zh-CN" sz="1600" dirty="0">
                <a:solidFill>
                  <a:schemeClr val="tx2">
                    <a:lumMod val="50000"/>
                  </a:schemeClr>
                </a:solidFill>
                <a:latin typeface="思源黑体 CN Bold"/>
                <a:ea typeface="思源宋体 CN" panose="02020400000000000000" pitchFamily="18" charset="-122"/>
                <a:cs typeface="+mn-ea"/>
                <a:sym typeface="+mn-lt"/>
              </a:rPr>
              <a:t>| miku0831-01 | </a:t>
            </a:r>
            <a:r>
              <a:rPr lang="zh-CN" altLang="en-US" sz="1600" dirty="0">
                <a:solidFill>
                  <a:schemeClr val="tx2">
                    <a:lumMod val="50000"/>
                  </a:schemeClr>
                </a:solidFill>
                <a:latin typeface="思源黑体 CN Bold"/>
                <a:ea typeface="思源宋体 CN" panose="02020400000000000000" pitchFamily="18" charset="-122"/>
                <a:cs typeface="+mn-ea"/>
                <a:sym typeface="+mn-lt"/>
              </a:rPr>
              <a:t>组长、项目统筹、文档撰写、汇报</a:t>
            </a:r>
            <a:endParaRPr lang="en-US" altLang="zh-CN" sz="1600" dirty="0">
              <a:solidFill>
                <a:schemeClr val="tx2">
                  <a:lumMod val="50000"/>
                </a:schemeClr>
              </a:solidFill>
              <a:latin typeface="思源黑体 CN Bold"/>
              <a:ea typeface="思源宋体 CN" panose="02020400000000000000" pitchFamily="18" charset="-122"/>
              <a:cs typeface="+mn-ea"/>
              <a:sym typeface="+mn-lt"/>
            </a:endParaRPr>
          </a:p>
          <a:p>
            <a:pPr marL="285750" indent="-285750" algn="l">
              <a:lnSpc>
                <a:spcPct val="150000"/>
              </a:lnSpc>
              <a:buClr>
                <a:srgbClr val="122E66"/>
              </a:buClr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chemeClr val="tx2">
                    <a:lumMod val="50000"/>
                  </a:schemeClr>
                </a:solidFill>
                <a:latin typeface="思源黑体 CN Bold"/>
                <a:ea typeface="思源宋体 CN" panose="02020400000000000000" pitchFamily="18" charset="-122"/>
                <a:cs typeface="+mn-ea"/>
                <a:sym typeface="+mn-lt"/>
              </a:rPr>
              <a:t>唐雪凝 </a:t>
            </a:r>
            <a:r>
              <a:rPr lang="en-US" altLang="zh-CN" sz="1600" dirty="0">
                <a:solidFill>
                  <a:schemeClr val="tx2">
                    <a:lumMod val="50000"/>
                  </a:schemeClr>
                </a:solidFill>
                <a:latin typeface="思源黑体 CN Bold"/>
                <a:ea typeface="思源宋体 CN" panose="02020400000000000000" pitchFamily="18" charset="-122"/>
                <a:cs typeface="+mn-ea"/>
                <a:sym typeface="+mn-lt"/>
              </a:rPr>
              <a:t>| ttxnn46 | </a:t>
            </a:r>
            <a:r>
              <a:rPr lang="zh-CN" altLang="en-US" sz="1600" dirty="0">
                <a:solidFill>
                  <a:schemeClr val="tx2">
                    <a:lumMod val="50000"/>
                  </a:schemeClr>
                </a:solidFill>
                <a:latin typeface="思源黑体 CN Bold"/>
                <a:ea typeface="思源宋体 CN" panose="02020400000000000000" pitchFamily="18" charset="-122"/>
                <a:cs typeface="+mn-ea"/>
                <a:sym typeface="+mn-lt"/>
              </a:rPr>
              <a:t>前端页面开发、调用</a:t>
            </a:r>
            <a:r>
              <a:rPr lang="en-US" altLang="zh-CN" sz="1600" dirty="0">
                <a:solidFill>
                  <a:schemeClr val="tx2">
                    <a:lumMod val="50000"/>
                  </a:schemeClr>
                </a:solidFill>
                <a:latin typeface="思源黑体 CN Bold"/>
                <a:ea typeface="思源宋体 CN" panose="02020400000000000000" pitchFamily="18" charset="-122"/>
                <a:cs typeface="+mn-ea"/>
                <a:sym typeface="+mn-lt"/>
              </a:rPr>
              <a:t>API </a:t>
            </a:r>
          </a:p>
          <a:p>
            <a:pPr marL="285750" indent="-285750" algn="l">
              <a:lnSpc>
                <a:spcPct val="150000"/>
              </a:lnSpc>
              <a:buClr>
                <a:srgbClr val="122E66"/>
              </a:buClr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chemeClr val="tx2">
                    <a:lumMod val="50000"/>
                  </a:schemeClr>
                </a:solidFill>
                <a:latin typeface="思源黑体 CN Bold"/>
                <a:ea typeface="思源宋体 CN" panose="02020400000000000000" pitchFamily="18" charset="-122"/>
                <a:cs typeface="+mn-ea"/>
                <a:sym typeface="+mn-lt"/>
              </a:rPr>
              <a:t>周文瑶 </a:t>
            </a:r>
            <a:r>
              <a:rPr lang="en-US" altLang="zh-CN" sz="1600" dirty="0">
                <a:solidFill>
                  <a:schemeClr val="tx2">
                    <a:lumMod val="50000"/>
                  </a:schemeClr>
                </a:solidFill>
                <a:latin typeface="思源黑体 CN Bold"/>
                <a:ea typeface="思源宋体 CN" panose="02020400000000000000" pitchFamily="18" charset="-122"/>
                <a:cs typeface="+mn-ea"/>
                <a:sym typeface="+mn-lt"/>
              </a:rPr>
              <a:t>| </a:t>
            </a:r>
            <a:r>
              <a:rPr lang="en-US" altLang="zh-CN" sz="1600" dirty="0" err="1">
                <a:solidFill>
                  <a:schemeClr val="tx2">
                    <a:lumMod val="50000"/>
                  </a:schemeClr>
                </a:solidFill>
                <a:latin typeface="思源黑体 CN Bold"/>
                <a:ea typeface="思源宋体 CN" panose="02020400000000000000" pitchFamily="18" charset="-122"/>
                <a:cs typeface="+mn-ea"/>
                <a:sym typeface="+mn-lt"/>
              </a:rPr>
              <a:t>oowzdl</a:t>
            </a:r>
            <a:r>
              <a:rPr lang="en-US" altLang="zh-CN" sz="1600" dirty="0">
                <a:solidFill>
                  <a:schemeClr val="tx2">
                    <a:lumMod val="50000"/>
                  </a:schemeClr>
                </a:solidFill>
                <a:latin typeface="思源黑体 CN Bold"/>
                <a:ea typeface="思源宋体 CN" panose="02020400000000000000" pitchFamily="18" charset="-122"/>
                <a:cs typeface="+mn-ea"/>
                <a:sym typeface="+mn-lt"/>
              </a:rPr>
              <a:t> | </a:t>
            </a:r>
            <a:r>
              <a:rPr lang="zh-CN" altLang="en-US" sz="1600" dirty="0">
                <a:solidFill>
                  <a:schemeClr val="tx2">
                    <a:lumMod val="50000"/>
                  </a:schemeClr>
                </a:solidFill>
                <a:latin typeface="思源黑体 CN Bold"/>
                <a:ea typeface="思源宋体 CN" panose="02020400000000000000" pitchFamily="18" charset="-122"/>
                <a:cs typeface="+mn-ea"/>
                <a:sym typeface="+mn-lt"/>
              </a:rPr>
              <a:t>后端接口、业务逻辑 </a:t>
            </a:r>
            <a:endParaRPr lang="en-US" altLang="zh-CN" sz="1600" dirty="0">
              <a:solidFill>
                <a:schemeClr val="tx2">
                  <a:lumMod val="50000"/>
                </a:schemeClr>
              </a:solidFill>
              <a:latin typeface="思源黑体 CN Bold"/>
              <a:ea typeface="思源宋体 CN" panose="02020400000000000000" pitchFamily="18" charset="-122"/>
              <a:cs typeface="+mn-ea"/>
              <a:sym typeface="+mn-lt"/>
            </a:endParaRPr>
          </a:p>
          <a:p>
            <a:pPr marL="285750" indent="-285750" algn="l">
              <a:lnSpc>
                <a:spcPct val="150000"/>
              </a:lnSpc>
              <a:buClr>
                <a:srgbClr val="122E66"/>
              </a:buClr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chemeClr val="tx2">
                    <a:lumMod val="50000"/>
                  </a:schemeClr>
                </a:solidFill>
                <a:latin typeface="思源黑体 CN Bold"/>
                <a:ea typeface="思源宋体 CN" panose="02020400000000000000" pitchFamily="18" charset="-122"/>
                <a:cs typeface="+mn-ea"/>
                <a:sym typeface="+mn-lt"/>
              </a:rPr>
              <a:t>宁钰莹 </a:t>
            </a:r>
            <a:r>
              <a:rPr lang="en-US" altLang="zh-CN" sz="1600" dirty="0">
                <a:solidFill>
                  <a:schemeClr val="tx2">
                    <a:lumMod val="50000"/>
                  </a:schemeClr>
                </a:solidFill>
                <a:latin typeface="思源黑体 CN Bold"/>
                <a:ea typeface="思源宋体 CN" panose="02020400000000000000" pitchFamily="18" charset="-122"/>
                <a:cs typeface="+mn-ea"/>
                <a:sym typeface="+mn-lt"/>
              </a:rPr>
              <a:t>| ning413 | </a:t>
            </a:r>
            <a:r>
              <a:rPr lang="zh-CN" altLang="en-US" sz="1600" dirty="0">
                <a:solidFill>
                  <a:schemeClr val="tx2">
                    <a:lumMod val="50000"/>
                  </a:schemeClr>
                </a:solidFill>
                <a:latin typeface="思源黑体 CN Bold"/>
                <a:ea typeface="思源宋体 CN" panose="02020400000000000000" pitchFamily="18" charset="-122"/>
                <a:cs typeface="+mn-ea"/>
                <a:sym typeface="+mn-lt"/>
              </a:rPr>
              <a:t>数据库设计、测试 </a:t>
            </a:r>
          </a:p>
        </p:txBody>
      </p:sp>
      <p:sp>
        <p:nvSpPr>
          <p:cNvPr id="8" name="箭头: 五边形 7">
            <a:extLst>
              <a:ext uri="{FF2B5EF4-FFF2-40B4-BE49-F238E27FC236}">
                <a16:creationId xmlns:a16="http://schemas.microsoft.com/office/drawing/2014/main" id="{F4CD0B68-F763-A85D-481F-A53D59A9FD1E}"/>
              </a:ext>
            </a:extLst>
          </p:cNvPr>
          <p:cNvSpPr/>
          <p:nvPr/>
        </p:nvSpPr>
        <p:spPr>
          <a:xfrm>
            <a:off x="274736" y="6418874"/>
            <a:ext cx="1608856" cy="367807"/>
          </a:xfrm>
          <a:prstGeom prst="homePlat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cs typeface="+mn-ea"/>
              </a:rPr>
              <a:t>进度与分工</a:t>
            </a:r>
          </a:p>
        </p:txBody>
      </p:sp>
    </p:spTree>
    <p:extLst>
      <p:ext uri="{BB962C8B-B14F-4D97-AF65-F5344CB8AC3E}">
        <p14:creationId xmlns:p14="http://schemas.microsoft.com/office/powerpoint/2010/main" val="38765267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ṡ1íḋe"/>
          <p:cNvSpPr/>
          <p:nvPr/>
        </p:nvSpPr>
        <p:spPr>
          <a:xfrm>
            <a:off x="-11552" y="-1"/>
            <a:ext cx="12215105" cy="620689"/>
          </a:xfrm>
          <a:prstGeom prst="rect">
            <a:avLst/>
          </a:prstGeom>
          <a:solidFill>
            <a:srgbClr val="0E41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5" name="iṡḻîdê"/>
          <p:cNvSpPr/>
          <p:nvPr/>
        </p:nvSpPr>
        <p:spPr>
          <a:xfrm>
            <a:off x="0" y="0"/>
            <a:ext cx="12192000" cy="3445288"/>
          </a:xfrm>
          <a:prstGeom prst="rect">
            <a:avLst/>
          </a:prstGeom>
          <a:solidFill>
            <a:srgbClr val="122E66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9" name="iš1íḍè"/>
          <p:cNvSpPr/>
          <p:nvPr/>
        </p:nvSpPr>
        <p:spPr>
          <a:xfrm>
            <a:off x="284421" y="398802"/>
            <a:ext cx="11608824" cy="59555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1600" sx="101000" sy="101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500" b="1" i="0" u="none" strike="noStrike" kern="1200" cap="none" spc="30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035D2321-05FE-9F25-86C1-AEFCCDE9F710}"/>
              </a:ext>
            </a:extLst>
          </p:cNvPr>
          <p:cNvGrpSpPr/>
          <p:nvPr/>
        </p:nvGrpSpPr>
        <p:grpSpPr>
          <a:xfrm>
            <a:off x="707718" y="813975"/>
            <a:ext cx="3828219" cy="430887"/>
            <a:chOff x="707718" y="813975"/>
            <a:chExt cx="3828219" cy="430887"/>
          </a:xfrm>
        </p:grpSpPr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D19D9943-2FC6-8BAB-6D63-95EB695E6EA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7718" y="856366"/>
              <a:ext cx="0" cy="355445"/>
            </a:xfrm>
            <a:prstGeom prst="line">
              <a:avLst/>
            </a:prstGeom>
            <a:ln w="79375">
              <a:solidFill>
                <a:srgbClr val="122E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361DDB0D-F6B0-8357-BAF3-6B13EA04797F}"/>
                </a:ext>
              </a:extLst>
            </p:cNvPr>
            <p:cNvSpPr txBox="1"/>
            <p:nvPr/>
          </p:nvSpPr>
          <p:spPr>
            <a:xfrm>
              <a:off x="841558" y="813975"/>
              <a:ext cx="3694379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srgbClr val="00156C"/>
                  </a:solidFill>
                  <a:effectLst/>
                  <a:uLnTx/>
                  <a:uFillTx/>
                  <a:latin typeface="+mn-ea"/>
                  <a:cs typeface="+mn-ea"/>
                </a:rPr>
                <a:t>协作方式与计划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92C979F1-1D01-78B5-1527-D35998ACEE22}"/>
              </a:ext>
            </a:extLst>
          </p:cNvPr>
          <p:cNvGrpSpPr/>
          <p:nvPr/>
        </p:nvGrpSpPr>
        <p:grpSpPr>
          <a:xfrm>
            <a:off x="787055" y="2145322"/>
            <a:ext cx="10052432" cy="2880809"/>
            <a:chOff x="676714" y="3971417"/>
            <a:chExt cx="10932709" cy="2274647"/>
          </a:xfrm>
        </p:grpSpPr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97B7AFCB-13E1-0AD7-0DF7-08128A5A1203}"/>
                </a:ext>
              </a:extLst>
            </p:cNvPr>
            <p:cNvGrpSpPr/>
            <p:nvPr/>
          </p:nvGrpSpPr>
          <p:grpSpPr>
            <a:xfrm>
              <a:off x="676714" y="3971417"/>
              <a:ext cx="5184228" cy="2270535"/>
              <a:chOff x="695323" y="1384194"/>
              <a:chExt cx="5184228" cy="2270535"/>
            </a:xfrm>
          </p:grpSpPr>
          <p:grpSp>
            <p:nvGrpSpPr>
              <p:cNvPr id="26" name="组合 25">
                <a:extLst>
                  <a:ext uri="{FF2B5EF4-FFF2-40B4-BE49-F238E27FC236}">
                    <a16:creationId xmlns:a16="http://schemas.microsoft.com/office/drawing/2014/main" id="{5C7B1B6D-FEF1-9937-DE23-1C39F8995079}"/>
                  </a:ext>
                </a:extLst>
              </p:cNvPr>
              <p:cNvGrpSpPr/>
              <p:nvPr/>
            </p:nvGrpSpPr>
            <p:grpSpPr>
              <a:xfrm>
                <a:off x="695323" y="1405995"/>
                <a:ext cx="5165619" cy="2248734"/>
                <a:chOff x="695323" y="1569455"/>
                <a:chExt cx="5165619" cy="2248734"/>
              </a:xfrm>
            </p:grpSpPr>
            <p:sp>
              <p:nvSpPr>
                <p:cNvPr id="32" name="矩形 31">
                  <a:extLst>
                    <a:ext uri="{FF2B5EF4-FFF2-40B4-BE49-F238E27FC236}">
                      <a16:creationId xmlns:a16="http://schemas.microsoft.com/office/drawing/2014/main" id="{2247E9A1-43B9-97D3-B2CD-4E24B62591E3}"/>
                    </a:ext>
                  </a:extLst>
                </p:cNvPr>
                <p:cNvSpPr/>
                <p:nvPr/>
              </p:nvSpPr>
              <p:spPr>
                <a:xfrm>
                  <a:off x="695323" y="1569455"/>
                  <a:ext cx="5165619" cy="2248732"/>
                </a:xfrm>
                <a:prstGeom prst="rect">
                  <a:avLst/>
                </a:prstGeom>
                <a:gradFill flip="none" rotWithShape="1">
                  <a:gsLst>
                    <a:gs pos="69000">
                      <a:srgbClr val="FFFFFF">
                        <a:alpha val="80000"/>
                      </a:srgbClr>
                    </a:gs>
                    <a:gs pos="43000">
                      <a:schemeClr val="bg1"/>
                    </a:gs>
                    <a:gs pos="100000">
                      <a:schemeClr val="bg1">
                        <a:alpha val="0"/>
                      </a:schemeClr>
                    </a:gs>
                  </a:gsLst>
                  <a:lin ang="0" scaled="1"/>
                  <a:tileRect/>
                </a:gradFill>
                <a:ln>
                  <a:noFill/>
                </a:ln>
                <a:effectLst>
                  <a:outerShdw blurRad="292100" dist="241300" dir="2700000" algn="tr" rotWithShape="0">
                    <a:schemeClr val="accent1">
                      <a:lumMod val="75000"/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宋体 CN Heavy"/>
                    <a:ea typeface="思源宋体 CN Heavy"/>
                    <a:cs typeface="+mn-cs"/>
                  </a:endParaRPr>
                </a:p>
              </p:txBody>
            </p:sp>
            <p:cxnSp>
              <p:nvCxnSpPr>
                <p:cNvPr id="33" name="直接连接符 32">
                  <a:extLst>
                    <a:ext uri="{FF2B5EF4-FFF2-40B4-BE49-F238E27FC236}">
                      <a16:creationId xmlns:a16="http://schemas.microsoft.com/office/drawing/2014/main" id="{341E60FE-5BB0-134D-A46C-81AFDEC819D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95323" y="1569455"/>
                  <a:ext cx="0" cy="2248734"/>
                </a:xfrm>
                <a:prstGeom prst="line">
                  <a:avLst/>
                </a:prstGeom>
                <a:ln w="76200" cap="rnd">
                  <a:gradFill>
                    <a:gsLst>
                      <a:gs pos="0">
                        <a:srgbClr val="122E66"/>
                      </a:gs>
                      <a:gs pos="100000">
                        <a:schemeClr val="accent1">
                          <a:lumMod val="75000"/>
                        </a:schemeClr>
                      </a:gs>
                    </a:gsLst>
                    <a:lin ang="5400000" scaled="0"/>
                  </a:gra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6394C1F7-5C42-99E6-A730-CF093BAA14AD}"/>
                  </a:ext>
                </a:extLst>
              </p:cNvPr>
              <p:cNvSpPr txBox="1"/>
              <p:nvPr/>
            </p:nvSpPr>
            <p:spPr>
              <a:xfrm>
                <a:off x="1331312" y="1452181"/>
                <a:ext cx="3694379" cy="2896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22E66"/>
                    </a:solidFill>
                    <a:effectLst/>
                    <a:uLnTx/>
                    <a:uFillTx/>
                    <a:latin typeface="OPPOSans B"/>
                    <a:ea typeface="OPPOSans B"/>
                    <a:cs typeface="+mn-cs"/>
                  </a:rPr>
                  <a:t>Git</a:t>
                </a:r>
                <a:r>
                  <a:rPr kumimoji="0" lang="zh-CN" altLang="en-US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22E66"/>
                    </a:solidFill>
                    <a:effectLst/>
                    <a:uLnTx/>
                    <a:uFillTx/>
                    <a:latin typeface="OPPOSans B"/>
                    <a:ea typeface="OPPOSans B"/>
                    <a:cs typeface="+mn-cs"/>
                  </a:rPr>
                  <a:t>协作方式</a:t>
                </a:r>
              </a:p>
            </p:txBody>
          </p:sp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C90BA70E-B026-407E-0BAB-25000A131098}"/>
                  </a:ext>
                </a:extLst>
              </p:cNvPr>
              <p:cNvSpPr txBox="1"/>
              <p:nvPr/>
            </p:nvSpPr>
            <p:spPr>
              <a:xfrm>
                <a:off x="899092" y="1929808"/>
                <a:ext cx="4980459" cy="461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buClr>
                    <a:srgbClr val="0E419C"/>
                  </a:buClr>
                </a:pPr>
                <a:endPara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bg1">
                      <a:lumMod val="75000"/>
                    </a:schemeClr>
                  </a:solidFill>
                  <a:effectLst/>
                  <a:uLnTx/>
                  <a:uFillTx/>
                  <a:latin typeface="Arial" panose="020B0604020202020204" pitchFamily="34" charset="0"/>
                  <a:ea typeface="Open Sans Light" panose="020B0306030504020204" pitchFamily="34" charset="0"/>
                  <a:cs typeface="Arial" panose="020B0604020202020204" pitchFamily="34" charset="0"/>
                  <a:sym typeface="Segoe UI Symbol" panose="020B0502040204020203" pitchFamily="34" charset="0"/>
                </a:endParaRPr>
              </a:p>
            </p:txBody>
          </p:sp>
          <p:pic>
            <p:nvPicPr>
              <p:cNvPr id="31" name="图形 30">
                <a:extLst>
                  <a:ext uri="{FF2B5EF4-FFF2-40B4-BE49-F238E27FC236}">
                    <a16:creationId xmlns:a16="http://schemas.microsoft.com/office/drawing/2014/main" id="{3CD2D77C-B27E-7BF1-F911-2AA641EC151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913206" y="1384194"/>
                <a:ext cx="386777" cy="386777"/>
              </a:xfrm>
              <a:prstGeom prst="rect">
                <a:avLst/>
              </a:prstGeom>
            </p:spPr>
          </p:pic>
        </p:grpSp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89CE3168-EC1A-A68B-0BB6-56374E1FA41F}"/>
                </a:ext>
              </a:extLst>
            </p:cNvPr>
            <p:cNvGrpSpPr/>
            <p:nvPr/>
          </p:nvGrpSpPr>
          <p:grpSpPr>
            <a:xfrm>
              <a:off x="6443804" y="3975529"/>
              <a:ext cx="5165619" cy="2270535"/>
              <a:chOff x="695323" y="1384194"/>
              <a:chExt cx="5165619" cy="2270535"/>
            </a:xfrm>
          </p:grpSpPr>
          <p:grpSp>
            <p:nvGrpSpPr>
              <p:cNvPr id="35" name="组合 34">
                <a:extLst>
                  <a:ext uri="{FF2B5EF4-FFF2-40B4-BE49-F238E27FC236}">
                    <a16:creationId xmlns:a16="http://schemas.microsoft.com/office/drawing/2014/main" id="{AD2FD113-AA21-A7D9-011E-13D79EC8C804}"/>
                  </a:ext>
                </a:extLst>
              </p:cNvPr>
              <p:cNvGrpSpPr/>
              <p:nvPr/>
            </p:nvGrpSpPr>
            <p:grpSpPr>
              <a:xfrm>
                <a:off x="695323" y="1405995"/>
                <a:ext cx="5165619" cy="2248734"/>
                <a:chOff x="695323" y="1569455"/>
                <a:chExt cx="5165619" cy="2248734"/>
              </a:xfrm>
            </p:grpSpPr>
            <p:sp>
              <p:nvSpPr>
                <p:cNvPr id="39" name="矩形 38">
                  <a:extLst>
                    <a:ext uri="{FF2B5EF4-FFF2-40B4-BE49-F238E27FC236}">
                      <a16:creationId xmlns:a16="http://schemas.microsoft.com/office/drawing/2014/main" id="{4E5AC825-4558-9207-ABBD-E59E125E7FD7}"/>
                    </a:ext>
                  </a:extLst>
                </p:cNvPr>
                <p:cNvSpPr/>
                <p:nvPr/>
              </p:nvSpPr>
              <p:spPr>
                <a:xfrm>
                  <a:off x="695323" y="1569455"/>
                  <a:ext cx="5165619" cy="2248732"/>
                </a:xfrm>
                <a:prstGeom prst="rect">
                  <a:avLst/>
                </a:prstGeom>
                <a:gradFill flip="none" rotWithShape="1">
                  <a:gsLst>
                    <a:gs pos="69000">
                      <a:srgbClr val="FFFFFF">
                        <a:alpha val="80000"/>
                      </a:srgbClr>
                    </a:gs>
                    <a:gs pos="43000">
                      <a:schemeClr val="bg1"/>
                    </a:gs>
                    <a:gs pos="100000">
                      <a:schemeClr val="bg1">
                        <a:alpha val="0"/>
                      </a:schemeClr>
                    </a:gs>
                  </a:gsLst>
                  <a:lin ang="0" scaled="1"/>
                  <a:tileRect/>
                </a:gradFill>
                <a:ln>
                  <a:noFill/>
                </a:ln>
                <a:effectLst>
                  <a:outerShdw blurRad="292100" dist="241300" dir="2700000" algn="tr" rotWithShape="0">
                    <a:schemeClr val="accent1">
                      <a:lumMod val="75000"/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宋体 CN Heavy"/>
                    <a:ea typeface="思源宋体 CN Heavy"/>
                    <a:cs typeface="+mn-cs"/>
                  </a:endParaRPr>
                </a:p>
              </p:txBody>
            </p:sp>
            <p:cxnSp>
              <p:nvCxnSpPr>
                <p:cNvPr id="40" name="直接连接符 39">
                  <a:extLst>
                    <a:ext uri="{FF2B5EF4-FFF2-40B4-BE49-F238E27FC236}">
                      <a16:creationId xmlns:a16="http://schemas.microsoft.com/office/drawing/2014/main" id="{8D2DE06F-D642-FC6C-3637-E7F0BFB00F5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95323" y="1569455"/>
                  <a:ext cx="0" cy="2248734"/>
                </a:xfrm>
                <a:prstGeom prst="line">
                  <a:avLst/>
                </a:prstGeom>
                <a:ln w="76200" cap="rnd">
                  <a:gradFill>
                    <a:gsLst>
                      <a:gs pos="0">
                        <a:srgbClr val="122E66"/>
                      </a:gs>
                      <a:gs pos="100000">
                        <a:schemeClr val="accent1">
                          <a:lumMod val="75000"/>
                        </a:schemeClr>
                      </a:gs>
                    </a:gsLst>
                    <a:lin ang="5400000" scaled="0"/>
                  </a:gra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75668C96-27BD-4D27-D64C-2C499175FC80}"/>
                  </a:ext>
                </a:extLst>
              </p:cNvPr>
              <p:cNvSpPr txBox="1"/>
              <p:nvPr/>
            </p:nvSpPr>
            <p:spPr>
              <a:xfrm>
                <a:off x="1430942" y="1448069"/>
                <a:ext cx="3694379" cy="2896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22E66"/>
                    </a:solidFill>
                    <a:effectLst/>
                    <a:uLnTx/>
                    <a:uFillTx/>
                    <a:latin typeface="OPPOSans B"/>
                    <a:ea typeface="OPPOSans B"/>
                    <a:cs typeface="+mn-cs"/>
                  </a:rPr>
                  <a:t>阶段性成果计划</a:t>
                </a:r>
              </a:p>
            </p:txBody>
          </p:sp>
          <p:pic>
            <p:nvPicPr>
              <p:cNvPr id="38" name="图形 37">
                <a:extLst>
                  <a:ext uri="{FF2B5EF4-FFF2-40B4-BE49-F238E27FC236}">
                    <a16:creationId xmlns:a16="http://schemas.microsoft.com/office/drawing/2014/main" id="{D4229C84-2FC9-539E-595D-81126F921A8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913206" y="1384194"/>
                <a:ext cx="386777" cy="386777"/>
              </a:xfrm>
              <a:prstGeom prst="rect">
                <a:avLst/>
              </a:prstGeom>
            </p:spPr>
          </p:pic>
        </p:grpSp>
      </p:grpSp>
      <p:sp>
        <p:nvSpPr>
          <p:cNvPr id="43" name="文本框 42">
            <a:extLst>
              <a:ext uri="{FF2B5EF4-FFF2-40B4-BE49-F238E27FC236}">
                <a16:creationId xmlns:a16="http://schemas.microsoft.com/office/drawing/2014/main" id="{2C69ABF7-9DE9-D4A7-CE9A-1075E1E2773E}"/>
              </a:ext>
            </a:extLst>
          </p:cNvPr>
          <p:cNvSpPr txBox="1"/>
          <p:nvPr/>
        </p:nvSpPr>
        <p:spPr>
          <a:xfrm>
            <a:off x="987395" y="2693664"/>
            <a:ext cx="4230874" cy="19968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Clr>
                <a:srgbClr val="122E66"/>
              </a:buClr>
            </a:pPr>
            <a:r>
              <a:rPr lang="zh-CN" altLang="en-US" sz="1400" dirty="0">
                <a:solidFill>
                  <a:schemeClr val="accent5">
                    <a:lumMod val="75000"/>
                  </a:schemeClr>
                </a:solidFill>
                <a:latin typeface="思源黑体 CN Bold"/>
                <a:ea typeface="思源宋体 CN" panose="02020400000000000000" pitchFamily="18" charset="-122"/>
                <a:cs typeface="+mn-ea"/>
                <a:sym typeface="+mn-lt"/>
              </a:rPr>
              <a:t>仓库地址：</a:t>
            </a:r>
            <a:r>
              <a:rPr lang="en-US" altLang="zh-CN" sz="1400" dirty="0">
                <a:solidFill>
                  <a:schemeClr val="accent5">
                    <a:lumMod val="75000"/>
                  </a:schemeClr>
                </a:solidFill>
                <a:latin typeface="思源黑体 CN Bold"/>
                <a:ea typeface="思源宋体 CN" panose="02020400000000000000" pitchFamily="18" charset="-122"/>
                <a:cs typeface="+mn-ea"/>
                <a:sym typeface="+mn-lt"/>
              </a:rPr>
              <a:t>https://github.com/30CampusExpress/campus-express</a:t>
            </a:r>
          </a:p>
          <a:p>
            <a:pPr algn="l">
              <a:lnSpc>
                <a:spcPct val="150000"/>
              </a:lnSpc>
              <a:buClr>
                <a:srgbClr val="122E66"/>
              </a:buClr>
            </a:pPr>
            <a:r>
              <a:rPr lang="zh-CN" altLang="en-US" sz="1400" dirty="0">
                <a:solidFill>
                  <a:schemeClr val="accent5">
                    <a:lumMod val="75000"/>
                  </a:schemeClr>
                </a:solidFill>
                <a:latin typeface="思源黑体 CN Bold"/>
                <a:ea typeface="思源宋体 CN" panose="02020400000000000000" pitchFamily="18" charset="-122"/>
                <a:cs typeface="+mn-ea"/>
                <a:sym typeface="+mn-lt"/>
              </a:rPr>
              <a:t>开发分支：每人基于</a:t>
            </a:r>
            <a:r>
              <a:rPr lang="en-US" altLang="zh-CN" sz="1400" dirty="0">
                <a:solidFill>
                  <a:schemeClr val="accent5">
                    <a:lumMod val="75000"/>
                  </a:schemeClr>
                </a:solidFill>
                <a:latin typeface="思源黑体 CN Bold"/>
                <a:ea typeface="思源宋体 CN" panose="02020400000000000000" pitchFamily="18" charset="-122"/>
                <a:cs typeface="+mn-ea"/>
                <a:sym typeface="+mn-lt"/>
              </a:rPr>
              <a:t>`main`</a:t>
            </a:r>
            <a:r>
              <a:rPr lang="zh-CN" altLang="en-US" sz="1400" dirty="0">
                <a:solidFill>
                  <a:schemeClr val="accent5">
                    <a:lumMod val="75000"/>
                  </a:schemeClr>
                </a:solidFill>
                <a:latin typeface="思源黑体 CN Bold"/>
                <a:ea typeface="思源宋体 CN" panose="02020400000000000000" pitchFamily="18" charset="-122"/>
                <a:cs typeface="+mn-ea"/>
                <a:sym typeface="+mn-lt"/>
              </a:rPr>
              <a:t>创建</a:t>
            </a:r>
            <a:r>
              <a:rPr lang="en-US" altLang="zh-CN" sz="1400" dirty="0">
                <a:solidFill>
                  <a:schemeClr val="accent5">
                    <a:lumMod val="75000"/>
                  </a:schemeClr>
                </a:solidFill>
                <a:latin typeface="思源黑体 CN Bold"/>
                <a:ea typeface="思源宋体 CN" panose="02020400000000000000" pitchFamily="18" charset="-122"/>
                <a:cs typeface="+mn-ea"/>
                <a:sym typeface="+mn-lt"/>
              </a:rPr>
              <a:t>`feature/</a:t>
            </a:r>
            <a:r>
              <a:rPr lang="zh-CN" altLang="en-US" sz="1400" dirty="0">
                <a:solidFill>
                  <a:schemeClr val="accent5">
                    <a:lumMod val="75000"/>
                  </a:schemeClr>
                </a:solidFill>
                <a:latin typeface="思源黑体 CN Bold"/>
                <a:ea typeface="思源宋体 CN" panose="02020400000000000000" pitchFamily="18" charset="-122"/>
                <a:cs typeface="+mn-ea"/>
                <a:sym typeface="+mn-lt"/>
              </a:rPr>
              <a:t>姓名</a:t>
            </a:r>
            <a:r>
              <a:rPr lang="en-US" altLang="zh-CN" sz="1400" dirty="0">
                <a:solidFill>
                  <a:schemeClr val="accent5">
                    <a:lumMod val="75000"/>
                  </a:schemeClr>
                </a:solidFill>
                <a:latin typeface="思源黑体 CN Bold"/>
                <a:ea typeface="思源宋体 CN" panose="02020400000000000000" pitchFamily="18" charset="-122"/>
                <a:cs typeface="+mn-ea"/>
                <a:sym typeface="+mn-lt"/>
              </a:rPr>
              <a:t>-</a:t>
            </a:r>
            <a:r>
              <a:rPr lang="zh-CN" altLang="en-US" sz="1400" dirty="0">
                <a:solidFill>
                  <a:schemeClr val="accent5">
                    <a:lumMod val="75000"/>
                  </a:schemeClr>
                </a:solidFill>
                <a:latin typeface="思源黑体 CN Bold"/>
                <a:ea typeface="思源宋体 CN" panose="02020400000000000000" pitchFamily="18" charset="-122"/>
                <a:cs typeface="+mn-ea"/>
                <a:sym typeface="+mn-lt"/>
              </a:rPr>
              <a:t>模块名</a:t>
            </a:r>
            <a:r>
              <a:rPr lang="en-US" altLang="zh-CN" sz="1400" dirty="0">
                <a:solidFill>
                  <a:schemeClr val="accent5">
                    <a:lumMod val="75000"/>
                  </a:schemeClr>
                </a:solidFill>
                <a:latin typeface="思源黑体 CN Bold"/>
                <a:ea typeface="思源宋体 CN" panose="02020400000000000000" pitchFamily="18" charset="-122"/>
                <a:cs typeface="+mn-ea"/>
                <a:sym typeface="+mn-lt"/>
              </a:rPr>
              <a:t>`</a:t>
            </a:r>
            <a:r>
              <a:rPr lang="zh-CN" altLang="en-US" sz="1400" dirty="0">
                <a:solidFill>
                  <a:schemeClr val="accent5">
                    <a:lumMod val="75000"/>
                  </a:schemeClr>
                </a:solidFill>
                <a:latin typeface="思源黑体 CN Bold"/>
                <a:ea typeface="思源宋体 CN" panose="02020400000000000000" pitchFamily="18" charset="-122"/>
                <a:cs typeface="+mn-ea"/>
                <a:sym typeface="+mn-lt"/>
              </a:rPr>
              <a:t>分支，完成后提</a:t>
            </a:r>
            <a:r>
              <a:rPr lang="en-US" altLang="zh-CN" sz="1400" dirty="0">
                <a:solidFill>
                  <a:schemeClr val="accent5">
                    <a:lumMod val="75000"/>
                  </a:schemeClr>
                </a:solidFill>
                <a:latin typeface="思源黑体 CN Bold"/>
                <a:ea typeface="思源宋体 CN" panose="02020400000000000000" pitchFamily="18" charset="-122"/>
                <a:cs typeface="+mn-ea"/>
                <a:sym typeface="+mn-lt"/>
              </a:rPr>
              <a:t>PR</a:t>
            </a:r>
            <a:r>
              <a:rPr lang="zh-CN" altLang="en-US" sz="1400" dirty="0">
                <a:solidFill>
                  <a:schemeClr val="accent5">
                    <a:lumMod val="75000"/>
                  </a:schemeClr>
                </a:solidFill>
                <a:latin typeface="思源黑体 CN Bold"/>
                <a:ea typeface="思源宋体 CN" panose="02020400000000000000" pitchFamily="18" charset="-122"/>
                <a:cs typeface="+mn-ea"/>
                <a:sym typeface="+mn-lt"/>
              </a:rPr>
              <a:t>，至少一人审查后合并。  </a:t>
            </a:r>
          </a:p>
          <a:p>
            <a:pPr algn="l">
              <a:lnSpc>
                <a:spcPct val="150000"/>
              </a:lnSpc>
              <a:buClr>
                <a:srgbClr val="122E66"/>
              </a:buClr>
            </a:pPr>
            <a:r>
              <a:rPr lang="zh-CN" altLang="en-US" sz="1400" dirty="0">
                <a:solidFill>
                  <a:schemeClr val="accent5">
                    <a:lumMod val="75000"/>
                  </a:schemeClr>
                </a:solidFill>
                <a:latin typeface="思源黑体 CN Bold"/>
                <a:ea typeface="思源宋体 CN" panose="02020400000000000000" pitchFamily="18" charset="-122"/>
                <a:cs typeface="+mn-ea"/>
                <a:sym typeface="+mn-lt"/>
              </a:rPr>
              <a:t>提交信息格式：</a:t>
            </a:r>
            <a:r>
              <a:rPr lang="en-US" altLang="zh-CN" sz="1400" dirty="0">
                <a:solidFill>
                  <a:schemeClr val="accent5">
                    <a:lumMod val="75000"/>
                  </a:schemeClr>
                </a:solidFill>
                <a:latin typeface="思源黑体 CN Bold"/>
                <a:ea typeface="思源宋体 CN" panose="02020400000000000000" pitchFamily="18" charset="-122"/>
                <a:cs typeface="+mn-ea"/>
                <a:sym typeface="+mn-lt"/>
              </a:rPr>
              <a:t>`&lt;type&gt;: &lt;</a:t>
            </a:r>
            <a:r>
              <a:rPr lang="zh-CN" altLang="en-US" sz="1400" dirty="0">
                <a:solidFill>
                  <a:schemeClr val="accent5">
                    <a:lumMod val="75000"/>
                  </a:schemeClr>
                </a:solidFill>
                <a:latin typeface="思源黑体 CN Bold"/>
                <a:ea typeface="思源宋体 CN" panose="02020400000000000000" pitchFamily="18" charset="-122"/>
                <a:cs typeface="+mn-ea"/>
                <a:sym typeface="+mn-lt"/>
              </a:rPr>
              <a:t>描述</a:t>
            </a:r>
            <a:r>
              <a:rPr lang="en-US" altLang="zh-CN" sz="1400" dirty="0">
                <a:solidFill>
                  <a:schemeClr val="accent5">
                    <a:lumMod val="75000"/>
                  </a:schemeClr>
                </a:solidFill>
                <a:latin typeface="思源黑体 CN Bold"/>
                <a:ea typeface="思源宋体 CN" panose="02020400000000000000" pitchFamily="18" charset="-122"/>
                <a:cs typeface="+mn-ea"/>
                <a:sym typeface="+mn-lt"/>
              </a:rPr>
              <a:t>&gt;`</a:t>
            </a:r>
            <a:r>
              <a:rPr lang="zh-CN" altLang="en-US" sz="1400" dirty="0">
                <a:solidFill>
                  <a:schemeClr val="accent5">
                    <a:lumMod val="75000"/>
                  </a:schemeClr>
                </a:solidFill>
                <a:latin typeface="思源黑体 CN Bold"/>
                <a:ea typeface="思源宋体 CN" panose="02020400000000000000" pitchFamily="18" charset="-122"/>
                <a:cs typeface="+mn-ea"/>
                <a:sym typeface="+mn-lt"/>
              </a:rPr>
              <a:t>，如 </a:t>
            </a:r>
            <a:r>
              <a:rPr lang="en-US" altLang="zh-CN" sz="1400" dirty="0">
                <a:solidFill>
                  <a:schemeClr val="accent5">
                    <a:lumMod val="75000"/>
                  </a:schemeClr>
                </a:solidFill>
                <a:latin typeface="思源黑体 CN Bold"/>
                <a:ea typeface="思源宋体 CN" panose="02020400000000000000" pitchFamily="18" charset="-122"/>
                <a:cs typeface="+mn-ea"/>
                <a:sym typeface="+mn-lt"/>
              </a:rPr>
              <a:t>`feat(</a:t>
            </a:r>
            <a:r>
              <a:rPr lang="zh-CN" altLang="en-US" sz="1400" dirty="0">
                <a:solidFill>
                  <a:schemeClr val="accent5">
                    <a:lumMod val="75000"/>
                  </a:schemeClr>
                </a:solidFill>
                <a:latin typeface="思源黑体 CN Bold"/>
                <a:ea typeface="思源宋体 CN" panose="02020400000000000000" pitchFamily="18" charset="-122"/>
                <a:cs typeface="+mn-ea"/>
                <a:sym typeface="+mn-lt"/>
              </a:rPr>
              <a:t>登录</a:t>
            </a:r>
            <a:r>
              <a:rPr lang="en-US" altLang="zh-CN" sz="1400" dirty="0">
                <a:solidFill>
                  <a:schemeClr val="accent5">
                    <a:lumMod val="75000"/>
                  </a:schemeClr>
                </a:solidFill>
                <a:latin typeface="思源黑体 CN Bold"/>
                <a:ea typeface="思源宋体 CN" panose="02020400000000000000" pitchFamily="18" charset="-122"/>
                <a:cs typeface="+mn-ea"/>
                <a:sym typeface="+mn-lt"/>
              </a:rPr>
              <a:t>): </a:t>
            </a:r>
            <a:r>
              <a:rPr lang="zh-CN" altLang="en-US" sz="1400" dirty="0">
                <a:solidFill>
                  <a:schemeClr val="accent5">
                    <a:lumMod val="75000"/>
                  </a:schemeClr>
                </a:solidFill>
                <a:latin typeface="思源黑体 CN Bold"/>
                <a:ea typeface="思源宋体 CN" panose="02020400000000000000" pitchFamily="18" charset="-122"/>
                <a:cs typeface="+mn-ea"/>
                <a:sym typeface="+mn-lt"/>
              </a:rPr>
              <a:t>完成登录接口</a:t>
            </a:r>
            <a:r>
              <a:rPr lang="en-US" altLang="zh-CN" sz="1400" dirty="0">
                <a:solidFill>
                  <a:schemeClr val="accent5">
                    <a:lumMod val="75000"/>
                  </a:schemeClr>
                </a:solidFill>
                <a:latin typeface="思源黑体 CN Bold"/>
                <a:ea typeface="思源宋体 CN" panose="02020400000000000000" pitchFamily="18" charset="-122"/>
                <a:cs typeface="+mn-ea"/>
                <a:sym typeface="+mn-lt"/>
              </a:rPr>
              <a:t>`</a:t>
            </a:r>
            <a:r>
              <a:rPr lang="zh-CN" altLang="en-US" sz="1400" dirty="0">
                <a:solidFill>
                  <a:schemeClr val="accent5">
                    <a:lumMod val="75000"/>
                  </a:schemeClr>
                </a:solidFill>
                <a:latin typeface="思源黑体 CN Bold"/>
                <a:ea typeface="思源宋体 CN" panose="02020400000000000000" pitchFamily="18" charset="-122"/>
                <a:cs typeface="+mn-ea"/>
                <a:sym typeface="+mn-lt"/>
              </a:rPr>
              <a:t>。</a:t>
            </a:r>
            <a:endParaRPr lang="en-US" altLang="zh-CN" sz="1400" dirty="0">
              <a:solidFill>
                <a:schemeClr val="accent5">
                  <a:lumMod val="75000"/>
                </a:schemeClr>
              </a:solidFill>
              <a:latin typeface="思源黑体 CN Bold"/>
              <a:ea typeface="思源宋体 CN" panose="02020400000000000000" pitchFamily="18" charset="-122"/>
              <a:cs typeface="+mn-ea"/>
              <a:sym typeface="+mn-lt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6C3FB517-516A-4072-3E11-D85BCCD7AFDB}"/>
              </a:ext>
            </a:extLst>
          </p:cNvPr>
          <p:cNvSpPr txBox="1"/>
          <p:nvPr/>
        </p:nvSpPr>
        <p:spPr>
          <a:xfrm>
            <a:off x="6467949" y="2926964"/>
            <a:ext cx="4230874" cy="1530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Clr>
                <a:srgbClr val="122E66"/>
              </a:buClr>
            </a:pPr>
            <a:r>
              <a:rPr lang="zh-CN" altLang="en-US" sz="1600" dirty="0">
                <a:solidFill>
                  <a:schemeClr val="accent5">
                    <a:lumMod val="75000"/>
                  </a:schemeClr>
                </a:solidFill>
                <a:latin typeface="思源黑体 CN Bold"/>
                <a:ea typeface="思源宋体 CN" panose="02020400000000000000" pitchFamily="18" charset="-122"/>
                <a:cs typeface="+mn-ea"/>
                <a:sym typeface="+mn-lt"/>
              </a:rPr>
              <a:t>阶段</a:t>
            </a:r>
            <a:r>
              <a:rPr lang="en-US" altLang="zh-CN" sz="1600" dirty="0">
                <a:solidFill>
                  <a:schemeClr val="accent5">
                    <a:lumMod val="75000"/>
                  </a:schemeClr>
                </a:solidFill>
                <a:latin typeface="思源黑体 CN Bold"/>
                <a:ea typeface="思源宋体 CN" panose="02020400000000000000" pitchFamily="18" charset="-122"/>
                <a:cs typeface="+mn-ea"/>
                <a:sym typeface="+mn-lt"/>
              </a:rPr>
              <a:t>1</a:t>
            </a:r>
            <a:r>
              <a:rPr lang="zh-CN" altLang="en-US" sz="1600" dirty="0">
                <a:solidFill>
                  <a:schemeClr val="accent5">
                    <a:lumMod val="75000"/>
                  </a:schemeClr>
                </a:solidFill>
                <a:latin typeface="思源黑体 CN Bold"/>
                <a:ea typeface="思源宋体 CN" panose="02020400000000000000" pitchFamily="18" charset="-122"/>
                <a:cs typeface="+mn-ea"/>
                <a:sym typeface="+mn-lt"/>
              </a:rPr>
              <a:t>：项目计划书、项目框架搭建记录  </a:t>
            </a:r>
          </a:p>
          <a:p>
            <a:pPr algn="l">
              <a:lnSpc>
                <a:spcPct val="150000"/>
              </a:lnSpc>
              <a:buClr>
                <a:srgbClr val="122E66"/>
              </a:buClr>
            </a:pPr>
            <a:r>
              <a:rPr lang="zh-CN" altLang="en-US" sz="1600" dirty="0">
                <a:solidFill>
                  <a:schemeClr val="accent5">
                    <a:lumMod val="75000"/>
                  </a:schemeClr>
                </a:solidFill>
                <a:latin typeface="思源黑体 CN Bold"/>
                <a:ea typeface="思源宋体 CN" panose="02020400000000000000" pitchFamily="18" charset="-122"/>
                <a:cs typeface="+mn-ea"/>
                <a:sym typeface="+mn-lt"/>
              </a:rPr>
              <a:t>阶段</a:t>
            </a:r>
            <a:r>
              <a:rPr lang="en-US" altLang="zh-CN" sz="1600" dirty="0">
                <a:solidFill>
                  <a:schemeClr val="accent5">
                    <a:lumMod val="75000"/>
                  </a:schemeClr>
                </a:solidFill>
                <a:latin typeface="思源黑体 CN Bold"/>
                <a:ea typeface="思源宋体 CN" panose="02020400000000000000" pitchFamily="18" charset="-122"/>
                <a:cs typeface="+mn-ea"/>
                <a:sym typeface="+mn-lt"/>
              </a:rPr>
              <a:t>2</a:t>
            </a:r>
            <a:r>
              <a:rPr lang="zh-CN" altLang="en-US" sz="1600" dirty="0">
                <a:solidFill>
                  <a:schemeClr val="accent5">
                    <a:lumMod val="75000"/>
                  </a:schemeClr>
                </a:solidFill>
                <a:latin typeface="思源黑体 CN Bold"/>
                <a:ea typeface="思源宋体 CN" panose="02020400000000000000" pitchFamily="18" charset="-122"/>
                <a:cs typeface="+mn-ea"/>
                <a:sym typeface="+mn-lt"/>
              </a:rPr>
              <a:t>：</a:t>
            </a:r>
            <a:r>
              <a:rPr lang="en-US" altLang="zh-CN" sz="1600" dirty="0">
                <a:solidFill>
                  <a:schemeClr val="accent5">
                    <a:lumMod val="75000"/>
                  </a:schemeClr>
                </a:solidFill>
                <a:latin typeface="思源黑体 CN Bold"/>
                <a:ea typeface="思源宋体 CN" panose="02020400000000000000" pitchFamily="18" charset="-122"/>
                <a:cs typeface="+mn-ea"/>
                <a:sym typeface="+mn-lt"/>
              </a:rPr>
              <a:t>API</a:t>
            </a:r>
            <a:r>
              <a:rPr lang="zh-CN" altLang="en-US" sz="1600" dirty="0">
                <a:solidFill>
                  <a:schemeClr val="accent5">
                    <a:lumMod val="75000"/>
                  </a:schemeClr>
                </a:solidFill>
                <a:latin typeface="思源黑体 CN Bold"/>
                <a:ea typeface="思源宋体 CN" panose="02020400000000000000" pitchFamily="18" charset="-122"/>
                <a:cs typeface="+mn-ea"/>
                <a:sym typeface="+mn-lt"/>
              </a:rPr>
              <a:t>文档、前端页面截图  </a:t>
            </a:r>
          </a:p>
          <a:p>
            <a:pPr algn="l">
              <a:lnSpc>
                <a:spcPct val="150000"/>
              </a:lnSpc>
              <a:buClr>
                <a:srgbClr val="122E66"/>
              </a:buClr>
            </a:pPr>
            <a:r>
              <a:rPr lang="zh-CN" altLang="en-US" sz="1600" dirty="0">
                <a:solidFill>
                  <a:schemeClr val="accent5">
                    <a:lumMod val="75000"/>
                  </a:schemeClr>
                </a:solidFill>
                <a:latin typeface="思源黑体 CN Bold"/>
                <a:ea typeface="思源宋体 CN" panose="02020400000000000000" pitchFamily="18" charset="-122"/>
                <a:cs typeface="+mn-ea"/>
                <a:sym typeface="+mn-lt"/>
              </a:rPr>
              <a:t>阶段</a:t>
            </a:r>
            <a:r>
              <a:rPr lang="en-US" altLang="zh-CN" sz="1600" dirty="0">
                <a:solidFill>
                  <a:schemeClr val="accent5">
                    <a:lumMod val="75000"/>
                  </a:schemeClr>
                </a:solidFill>
                <a:latin typeface="思源黑体 CN Bold"/>
                <a:ea typeface="思源宋体 CN" panose="02020400000000000000" pitchFamily="18" charset="-122"/>
                <a:cs typeface="+mn-ea"/>
                <a:sym typeface="+mn-lt"/>
              </a:rPr>
              <a:t>3</a:t>
            </a:r>
            <a:r>
              <a:rPr lang="zh-CN" altLang="en-US" sz="1600" dirty="0">
                <a:solidFill>
                  <a:schemeClr val="accent5">
                    <a:lumMod val="75000"/>
                  </a:schemeClr>
                </a:solidFill>
                <a:latin typeface="思源黑体 CN Bold"/>
                <a:ea typeface="思源宋体 CN" panose="02020400000000000000" pitchFamily="18" charset="-122"/>
                <a:cs typeface="+mn-ea"/>
                <a:sym typeface="+mn-lt"/>
              </a:rPr>
              <a:t>：可运行的系统录屏、中期报告  </a:t>
            </a:r>
          </a:p>
          <a:p>
            <a:pPr algn="l">
              <a:lnSpc>
                <a:spcPct val="150000"/>
              </a:lnSpc>
              <a:buClr>
                <a:srgbClr val="122E66"/>
              </a:buClr>
            </a:pPr>
            <a:r>
              <a:rPr lang="zh-CN" altLang="en-US" sz="1600" dirty="0">
                <a:solidFill>
                  <a:schemeClr val="accent5">
                    <a:lumMod val="75000"/>
                  </a:schemeClr>
                </a:solidFill>
                <a:latin typeface="思源黑体 CN Bold"/>
                <a:ea typeface="思源宋体 CN" panose="02020400000000000000" pitchFamily="18" charset="-122"/>
                <a:cs typeface="+mn-ea"/>
                <a:sym typeface="+mn-lt"/>
              </a:rPr>
              <a:t>阶段</a:t>
            </a:r>
            <a:r>
              <a:rPr lang="en-US" altLang="zh-CN" sz="1600" dirty="0">
                <a:solidFill>
                  <a:schemeClr val="accent5">
                    <a:lumMod val="75000"/>
                  </a:schemeClr>
                </a:solidFill>
                <a:latin typeface="思源黑体 CN Bold"/>
                <a:ea typeface="思源宋体 CN" panose="02020400000000000000" pitchFamily="18" charset="-122"/>
                <a:cs typeface="+mn-ea"/>
                <a:sym typeface="+mn-lt"/>
              </a:rPr>
              <a:t>4</a:t>
            </a:r>
            <a:r>
              <a:rPr lang="zh-CN" altLang="en-US" sz="1600" dirty="0">
                <a:solidFill>
                  <a:schemeClr val="accent5">
                    <a:lumMod val="75000"/>
                  </a:schemeClr>
                </a:solidFill>
                <a:latin typeface="思源黑体 CN Bold"/>
                <a:ea typeface="思源宋体 CN" panose="02020400000000000000" pitchFamily="18" charset="-122"/>
                <a:cs typeface="+mn-ea"/>
                <a:sym typeface="+mn-lt"/>
              </a:rPr>
              <a:t>：进行测试、软件说明书、</a:t>
            </a:r>
            <a:r>
              <a:rPr lang="en-US" altLang="zh-CN" sz="1600" dirty="0">
                <a:solidFill>
                  <a:schemeClr val="accent5">
                    <a:lumMod val="75000"/>
                  </a:schemeClr>
                </a:solidFill>
                <a:latin typeface="思源黑体 CN Bold"/>
                <a:ea typeface="思源宋体 CN" panose="02020400000000000000" pitchFamily="18" charset="-122"/>
                <a:cs typeface="+mn-ea"/>
                <a:sym typeface="+mn-lt"/>
              </a:rPr>
              <a:t>PPT</a:t>
            </a: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86C0E06E-45FF-70F0-35E7-711782EAF23B}"/>
              </a:ext>
            </a:extLst>
          </p:cNvPr>
          <p:cNvSpPr/>
          <p:nvPr/>
        </p:nvSpPr>
        <p:spPr>
          <a:xfrm>
            <a:off x="284421" y="6413202"/>
            <a:ext cx="1608856" cy="367807"/>
          </a:xfrm>
          <a:prstGeom prst="homePlat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cs typeface="+mn-ea"/>
              </a:rPr>
              <a:t>进度与分工</a:t>
            </a:r>
          </a:p>
        </p:txBody>
      </p:sp>
    </p:spTree>
    <p:extLst>
      <p:ext uri="{BB962C8B-B14F-4D97-AF65-F5344CB8AC3E}">
        <p14:creationId xmlns:p14="http://schemas.microsoft.com/office/powerpoint/2010/main" val="6456713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794583-AF00-0E22-3F68-AD5C79008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ṡ1íḋe">
            <a:extLst>
              <a:ext uri="{FF2B5EF4-FFF2-40B4-BE49-F238E27FC236}">
                <a16:creationId xmlns:a16="http://schemas.microsoft.com/office/drawing/2014/main" id="{EBF26BC9-9242-9A46-244B-B480E72B747B}"/>
              </a:ext>
            </a:extLst>
          </p:cNvPr>
          <p:cNvSpPr/>
          <p:nvPr/>
        </p:nvSpPr>
        <p:spPr>
          <a:xfrm>
            <a:off x="-11552" y="-1"/>
            <a:ext cx="12215105" cy="620689"/>
          </a:xfrm>
          <a:prstGeom prst="rect">
            <a:avLst/>
          </a:prstGeom>
          <a:solidFill>
            <a:srgbClr val="0E41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EE38C49-AB23-3BD7-692B-18E8108FBDEF}"/>
              </a:ext>
            </a:extLst>
          </p:cNvPr>
          <p:cNvSpPr txBox="1"/>
          <p:nvPr/>
        </p:nvSpPr>
        <p:spPr>
          <a:xfrm>
            <a:off x="1249485" y="2855406"/>
            <a:ext cx="572464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800" b="0" i="0" u="none" strike="noStrike" kern="1200" cap="none" spc="6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Regular"/>
                <a:cs typeface="+mn-ea"/>
              </a:rPr>
              <a:t>毕业论文答辩模板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4303122-7D0E-13B5-4800-08E2E8BD70C7}"/>
              </a:ext>
            </a:extLst>
          </p:cNvPr>
          <p:cNvSpPr txBox="1"/>
          <p:nvPr/>
        </p:nvSpPr>
        <p:spPr>
          <a:xfrm>
            <a:off x="1249485" y="3782884"/>
            <a:ext cx="56252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6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+mn-ea"/>
              </a:rPr>
              <a:t>Graduation thesis defense template</a:t>
            </a:r>
            <a:endParaRPr kumimoji="0" lang="zh-CN" altLang="en-US" sz="1400" b="0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+mn-ea"/>
            </a:endParaRPr>
          </a:p>
        </p:txBody>
      </p:sp>
      <p:sp>
        <p:nvSpPr>
          <p:cNvPr id="5" name="iṡḻîdê">
            <a:extLst>
              <a:ext uri="{FF2B5EF4-FFF2-40B4-BE49-F238E27FC236}">
                <a16:creationId xmlns:a16="http://schemas.microsoft.com/office/drawing/2014/main" id="{333D43ED-2BB5-61D1-E424-01457F6C6C30}"/>
              </a:ext>
            </a:extLst>
          </p:cNvPr>
          <p:cNvSpPr/>
          <p:nvPr/>
        </p:nvSpPr>
        <p:spPr>
          <a:xfrm>
            <a:off x="0" y="0"/>
            <a:ext cx="12192000" cy="3445288"/>
          </a:xfrm>
          <a:prstGeom prst="rect">
            <a:avLst/>
          </a:prstGeom>
          <a:solidFill>
            <a:srgbClr val="122E66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9" name="iš1íḍè">
            <a:extLst>
              <a:ext uri="{FF2B5EF4-FFF2-40B4-BE49-F238E27FC236}">
                <a16:creationId xmlns:a16="http://schemas.microsoft.com/office/drawing/2014/main" id="{B3431CEC-4EA4-DE0A-6F3E-2CDD03F7A9BB}"/>
              </a:ext>
            </a:extLst>
          </p:cNvPr>
          <p:cNvSpPr/>
          <p:nvPr/>
        </p:nvSpPr>
        <p:spPr>
          <a:xfrm>
            <a:off x="274736" y="404664"/>
            <a:ext cx="11608824" cy="59555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1600" sx="101000" sy="101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500" b="1" i="0" u="none" strike="noStrike" kern="1200" cap="none" spc="300" normalizeH="0" baseline="0" noProof="0" dirty="0">
              <a:ln>
                <a:noFill/>
              </a:ln>
              <a:solidFill>
                <a:srgbClr val="D9D9D9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EDE10015-2A1F-94BA-57D1-A848C55131D7}"/>
              </a:ext>
            </a:extLst>
          </p:cNvPr>
          <p:cNvGrpSpPr/>
          <p:nvPr/>
        </p:nvGrpSpPr>
        <p:grpSpPr>
          <a:xfrm>
            <a:off x="1815795" y="2416509"/>
            <a:ext cx="8560406" cy="1194152"/>
            <a:chOff x="1815794" y="2604572"/>
            <a:chExt cx="8560406" cy="1194152"/>
          </a:xfrm>
        </p:grpSpPr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6E1F0783-D488-8888-50D7-17147D1F976F}"/>
                </a:ext>
              </a:extLst>
            </p:cNvPr>
            <p:cNvSpPr txBox="1"/>
            <p:nvPr/>
          </p:nvSpPr>
          <p:spPr>
            <a:xfrm>
              <a:off x="1815794" y="2604572"/>
              <a:ext cx="8560406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4800" b="1" i="0" u="none" strike="noStrike" kern="1200" cap="none" spc="600" normalizeH="0" baseline="0" noProof="0" dirty="0">
                  <a:ln>
                    <a:noFill/>
                  </a:ln>
                  <a:solidFill>
                    <a:srgbClr val="122E66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+mn-ea"/>
                </a:rPr>
                <a:t>谢谢大家</a:t>
              </a:r>
            </a:p>
          </p:txBody>
        </p: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7174DA8A-54DE-AF7F-FC60-BC61144D8AAC}"/>
                </a:ext>
              </a:extLst>
            </p:cNvPr>
            <p:cNvSpPr txBox="1"/>
            <p:nvPr/>
          </p:nvSpPr>
          <p:spPr>
            <a:xfrm>
              <a:off x="4235192" y="3490947"/>
              <a:ext cx="387798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400" spc="600" dirty="0">
                  <a:solidFill>
                    <a:srgbClr val="122E66"/>
                  </a:solidFill>
                  <a:latin typeface="Arial" panose="020B0604020202020204" pitchFamily="34" charset="0"/>
                  <a:cs typeface="+mn-ea"/>
                </a:rPr>
                <a:t>THANKS FOR LISTENING</a:t>
              </a:r>
              <a:endParaRPr lang="zh-CN" altLang="en-US" sz="1400" spc="600" dirty="0">
                <a:solidFill>
                  <a:srgbClr val="122E66"/>
                </a:solidFill>
                <a:latin typeface="Arial" panose="020B0604020202020204" pitchFamily="34" charset="0"/>
                <a:cs typeface="+mn-ea"/>
              </a:endParaRPr>
            </a:p>
          </p:txBody>
        </p:sp>
      </p:grpSp>
      <p:sp>
        <p:nvSpPr>
          <p:cNvPr id="58" name="文本框 57">
            <a:extLst>
              <a:ext uri="{FF2B5EF4-FFF2-40B4-BE49-F238E27FC236}">
                <a16:creationId xmlns:a16="http://schemas.microsoft.com/office/drawing/2014/main" id="{D8BD2F59-9573-EE76-5F8E-685ABA4CF143}"/>
              </a:ext>
            </a:extLst>
          </p:cNvPr>
          <p:cNvSpPr txBox="1"/>
          <p:nvPr/>
        </p:nvSpPr>
        <p:spPr>
          <a:xfrm>
            <a:off x="4432703" y="4123469"/>
            <a:ext cx="32928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300" normalizeH="0" baseline="0" noProof="0" dirty="0">
                <a:ln>
                  <a:noFill/>
                </a:ln>
                <a:solidFill>
                  <a:srgbClr val="122E66"/>
                </a:solidFill>
                <a:effectLst/>
                <a:uLnTx/>
                <a:uFillTx/>
                <a:latin typeface="思源黑体 CN Regular"/>
                <a:cs typeface="+mn-ea"/>
              </a:rPr>
              <a:t>计算机科学与技术</a:t>
            </a:r>
            <a:r>
              <a:rPr kumimoji="0" lang="en-US" altLang="zh-CN" sz="1600" b="0" i="0" u="none" strike="noStrike" kern="1200" cap="none" spc="300" normalizeH="0" baseline="0" noProof="0" dirty="0">
                <a:ln>
                  <a:noFill/>
                </a:ln>
                <a:solidFill>
                  <a:srgbClr val="122E66"/>
                </a:solidFill>
                <a:effectLst/>
                <a:uLnTx/>
                <a:uFillTx/>
                <a:latin typeface="思源黑体 CN Regular"/>
                <a:cs typeface="+mn-ea"/>
              </a:rPr>
              <a:t>4</a:t>
            </a:r>
            <a:r>
              <a:rPr kumimoji="0" lang="zh-CN" altLang="en-US" sz="1600" b="0" i="0" u="none" strike="noStrike" kern="1200" cap="none" spc="300" normalizeH="0" baseline="0" noProof="0" dirty="0">
                <a:ln>
                  <a:noFill/>
                </a:ln>
                <a:solidFill>
                  <a:srgbClr val="122E66"/>
                </a:solidFill>
                <a:effectLst/>
                <a:uLnTx/>
                <a:uFillTx/>
                <a:latin typeface="思源黑体 CN Regular"/>
                <a:cs typeface="+mn-ea"/>
              </a:rPr>
              <a:t>班丨</a:t>
            </a:r>
            <a:r>
              <a:rPr kumimoji="0" lang="en-US" altLang="zh-CN" sz="1600" b="0" i="0" u="none" strike="noStrike" kern="1200" cap="none" spc="300" normalizeH="0" baseline="0" noProof="0" dirty="0">
                <a:ln>
                  <a:noFill/>
                </a:ln>
                <a:solidFill>
                  <a:srgbClr val="122E66"/>
                </a:solidFill>
                <a:effectLst/>
                <a:uLnTx/>
                <a:uFillTx/>
                <a:latin typeface="思源黑体 CN Regular"/>
                <a:cs typeface="+mn-ea"/>
              </a:rPr>
              <a:t>30</a:t>
            </a:r>
            <a:r>
              <a:rPr kumimoji="0" lang="zh-CN" altLang="en-US" sz="1600" b="0" i="0" u="none" strike="noStrike" kern="1200" cap="none" spc="300" normalizeH="0" baseline="0" noProof="0" dirty="0">
                <a:ln>
                  <a:noFill/>
                </a:ln>
                <a:solidFill>
                  <a:srgbClr val="122E66"/>
                </a:solidFill>
                <a:effectLst/>
                <a:uLnTx/>
                <a:uFillTx/>
                <a:latin typeface="思源黑体 CN Regular"/>
                <a:cs typeface="+mn-ea"/>
              </a:rPr>
              <a:t>组</a:t>
            </a:r>
          </a:p>
        </p:txBody>
      </p:sp>
      <p:sp>
        <p:nvSpPr>
          <p:cNvPr id="65" name="流程图: 离页连接符 64">
            <a:extLst>
              <a:ext uri="{FF2B5EF4-FFF2-40B4-BE49-F238E27FC236}">
                <a16:creationId xmlns:a16="http://schemas.microsoft.com/office/drawing/2014/main" id="{C91771F6-0294-D3F9-A36F-AB2344FB7465}"/>
              </a:ext>
            </a:extLst>
          </p:cNvPr>
          <p:cNvSpPr/>
          <p:nvPr/>
        </p:nvSpPr>
        <p:spPr>
          <a:xfrm>
            <a:off x="5519936" y="0"/>
            <a:ext cx="1152128" cy="1152128"/>
          </a:xfrm>
          <a:prstGeom prst="flowChartOffpageConnector">
            <a:avLst/>
          </a:prstGeom>
          <a:solidFill>
            <a:srgbClr val="122E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+mn-ea"/>
            </a:endParaRPr>
          </a:p>
        </p:txBody>
      </p:sp>
      <p:sp>
        <p:nvSpPr>
          <p:cNvPr id="66" name="graduate-man-hand-drawn-person_57251">
            <a:extLst>
              <a:ext uri="{FF2B5EF4-FFF2-40B4-BE49-F238E27FC236}">
                <a16:creationId xmlns:a16="http://schemas.microsoft.com/office/drawing/2014/main" id="{9E0C5B6B-6ABC-1DD4-3BBD-050D0D6BA762}"/>
              </a:ext>
            </a:extLst>
          </p:cNvPr>
          <p:cNvSpPr/>
          <p:nvPr/>
        </p:nvSpPr>
        <p:spPr>
          <a:xfrm>
            <a:off x="5877134" y="209548"/>
            <a:ext cx="437729" cy="609685"/>
          </a:xfrm>
          <a:custGeom>
            <a:avLst/>
            <a:gdLst>
              <a:gd name="connsiteX0" fmla="*/ 83809 w 434872"/>
              <a:gd name="connsiteY0" fmla="*/ 581569 h 605705"/>
              <a:gd name="connsiteX1" fmla="*/ 82167 w 434872"/>
              <a:gd name="connsiteY1" fmla="*/ 583678 h 605705"/>
              <a:gd name="connsiteX2" fmla="*/ 88503 w 434872"/>
              <a:gd name="connsiteY2" fmla="*/ 584146 h 605705"/>
              <a:gd name="connsiteX3" fmla="*/ 86156 w 434872"/>
              <a:gd name="connsiteY3" fmla="*/ 581569 h 605705"/>
              <a:gd name="connsiteX4" fmla="*/ 83809 w 434872"/>
              <a:gd name="connsiteY4" fmla="*/ 581569 h 605705"/>
              <a:gd name="connsiteX5" fmla="*/ 337748 w 434872"/>
              <a:gd name="connsiteY5" fmla="*/ 504504 h 605705"/>
              <a:gd name="connsiteX6" fmla="*/ 314252 w 434872"/>
              <a:gd name="connsiteY6" fmla="*/ 509630 h 605705"/>
              <a:gd name="connsiteX7" fmla="*/ 290786 w 434872"/>
              <a:gd name="connsiteY7" fmla="*/ 521112 h 605705"/>
              <a:gd name="connsiteX8" fmla="*/ 283746 w 434872"/>
              <a:gd name="connsiteY8" fmla="*/ 528611 h 605705"/>
              <a:gd name="connsiteX9" fmla="*/ 314487 w 434872"/>
              <a:gd name="connsiteY9" fmla="*/ 529783 h 605705"/>
              <a:gd name="connsiteX10" fmla="*/ 359308 w 434872"/>
              <a:gd name="connsiteY10" fmla="*/ 510802 h 605705"/>
              <a:gd name="connsiteX11" fmla="*/ 337748 w 434872"/>
              <a:gd name="connsiteY11" fmla="*/ 504504 h 605705"/>
              <a:gd name="connsiteX12" fmla="*/ 88737 w 434872"/>
              <a:gd name="connsiteY12" fmla="*/ 451049 h 605705"/>
              <a:gd name="connsiteX13" fmla="*/ 70668 w 434872"/>
              <a:gd name="connsiteY13" fmla="*/ 462999 h 605705"/>
              <a:gd name="connsiteX14" fmla="*/ 72076 w 434872"/>
              <a:gd name="connsiteY14" fmla="*/ 462296 h 605705"/>
              <a:gd name="connsiteX15" fmla="*/ 88972 w 434872"/>
              <a:gd name="connsiteY15" fmla="*/ 451517 h 605705"/>
              <a:gd name="connsiteX16" fmla="*/ 88737 w 434872"/>
              <a:gd name="connsiteY16" fmla="*/ 451049 h 605705"/>
              <a:gd name="connsiteX17" fmla="*/ 109153 w 434872"/>
              <a:gd name="connsiteY17" fmla="*/ 408635 h 605705"/>
              <a:gd name="connsiteX18" fmla="*/ 117367 w 434872"/>
              <a:gd name="connsiteY18" fmla="*/ 409104 h 605705"/>
              <a:gd name="connsiteX19" fmla="*/ 195511 w 434872"/>
              <a:gd name="connsiteY19" fmla="*/ 466280 h 605705"/>
              <a:gd name="connsiteX20" fmla="*/ 180023 w 434872"/>
              <a:gd name="connsiteY20" fmla="*/ 430428 h 605705"/>
              <a:gd name="connsiteX21" fmla="*/ 187532 w 434872"/>
              <a:gd name="connsiteY21" fmla="*/ 413556 h 605705"/>
              <a:gd name="connsiteX22" fmla="*/ 191052 w 434872"/>
              <a:gd name="connsiteY22" fmla="*/ 413322 h 605705"/>
              <a:gd name="connsiteX23" fmla="*/ 191521 w 434872"/>
              <a:gd name="connsiteY23" fmla="*/ 412619 h 605705"/>
              <a:gd name="connsiteX24" fmla="*/ 219212 w 434872"/>
              <a:gd name="connsiteY24" fmla="*/ 410510 h 605705"/>
              <a:gd name="connsiteX25" fmla="*/ 244087 w 434872"/>
              <a:gd name="connsiteY25" fmla="*/ 410744 h 605705"/>
              <a:gd name="connsiteX26" fmla="*/ 252535 w 434872"/>
              <a:gd name="connsiteY26" fmla="*/ 421523 h 605705"/>
              <a:gd name="connsiteX27" fmla="*/ 233527 w 434872"/>
              <a:gd name="connsiteY27" fmla="*/ 464405 h 605705"/>
              <a:gd name="connsiteX28" fmla="*/ 295948 w 434872"/>
              <a:gd name="connsiteY28" fmla="*/ 417305 h 605705"/>
              <a:gd name="connsiteX29" fmla="*/ 306508 w 434872"/>
              <a:gd name="connsiteY29" fmla="*/ 412150 h 605705"/>
              <a:gd name="connsiteX30" fmla="*/ 344524 w 434872"/>
              <a:gd name="connsiteY30" fmla="*/ 416837 h 605705"/>
              <a:gd name="connsiteX31" fmla="*/ 412578 w 434872"/>
              <a:gd name="connsiteY31" fmla="*/ 445190 h 605705"/>
              <a:gd name="connsiteX32" fmla="*/ 420556 w 434872"/>
              <a:gd name="connsiteY32" fmla="*/ 591411 h 605705"/>
              <a:gd name="connsiteX33" fmla="*/ 411404 w 434872"/>
              <a:gd name="connsiteY33" fmla="*/ 600549 h 605705"/>
              <a:gd name="connsiteX34" fmla="*/ 7543 w 434872"/>
              <a:gd name="connsiteY34" fmla="*/ 592582 h 605705"/>
              <a:gd name="connsiteX35" fmla="*/ 737 w 434872"/>
              <a:gd name="connsiteY35" fmla="*/ 583678 h 605705"/>
              <a:gd name="connsiteX36" fmla="*/ 10359 w 434872"/>
              <a:gd name="connsiteY36" fmla="*/ 466514 h 605705"/>
              <a:gd name="connsiteX37" fmla="*/ 104929 w 434872"/>
              <a:gd name="connsiteY37" fmla="*/ 409104 h 605705"/>
              <a:gd name="connsiteX38" fmla="*/ 109153 w 434872"/>
              <a:gd name="connsiteY38" fmla="*/ 408635 h 605705"/>
              <a:gd name="connsiteX39" fmla="*/ 303187 w 434872"/>
              <a:gd name="connsiteY39" fmla="*/ 227980 h 605705"/>
              <a:gd name="connsiteX40" fmla="*/ 205113 w 434872"/>
              <a:gd name="connsiteY40" fmla="*/ 235947 h 605705"/>
              <a:gd name="connsiteX41" fmla="*/ 119005 w 434872"/>
              <a:gd name="connsiteY41" fmla="*/ 235244 h 605705"/>
              <a:gd name="connsiteX42" fmla="*/ 125340 w 434872"/>
              <a:gd name="connsiteY42" fmla="*/ 264531 h 605705"/>
              <a:gd name="connsiteX43" fmla="*/ 175785 w 434872"/>
              <a:gd name="connsiteY43" fmla="*/ 353097 h 605705"/>
              <a:gd name="connsiteX44" fmla="*/ 286764 w 434872"/>
              <a:gd name="connsiteY44" fmla="*/ 322872 h 605705"/>
              <a:gd name="connsiteX45" fmla="*/ 301780 w 434872"/>
              <a:gd name="connsiteY45" fmla="*/ 239461 h 605705"/>
              <a:gd name="connsiteX46" fmla="*/ 303187 w 434872"/>
              <a:gd name="connsiteY46" fmla="*/ 227980 h 605705"/>
              <a:gd name="connsiteX47" fmla="*/ 216581 w 434872"/>
              <a:gd name="connsiteY47" fmla="*/ 118943 h 605705"/>
              <a:gd name="connsiteX48" fmla="*/ 347063 w 434872"/>
              <a:gd name="connsiteY48" fmla="*/ 119968 h 605705"/>
              <a:gd name="connsiteX49" fmla="*/ 354336 w 434872"/>
              <a:gd name="connsiteY49" fmla="*/ 134729 h 605705"/>
              <a:gd name="connsiteX50" fmla="*/ 347063 w 434872"/>
              <a:gd name="connsiteY50" fmla="*/ 144335 h 605705"/>
              <a:gd name="connsiteX51" fmla="*/ 346828 w 434872"/>
              <a:gd name="connsiteY51" fmla="*/ 178074 h 605705"/>
              <a:gd name="connsiteX52" fmla="*/ 345420 w 434872"/>
              <a:gd name="connsiteY52" fmla="*/ 197287 h 605705"/>
              <a:gd name="connsiteX53" fmla="*/ 322662 w 434872"/>
              <a:gd name="connsiteY53" fmla="*/ 220014 h 605705"/>
              <a:gd name="connsiteX54" fmla="*/ 320081 w 434872"/>
              <a:gd name="connsiteY54" fmla="*/ 239461 h 605705"/>
              <a:gd name="connsiteX55" fmla="*/ 306003 w 434872"/>
              <a:gd name="connsiteY55" fmla="*/ 326152 h 605705"/>
              <a:gd name="connsiteX56" fmla="*/ 191036 w 434872"/>
              <a:gd name="connsiteY56" fmla="*/ 385196 h 605705"/>
              <a:gd name="connsiteX57" fmla="*/ 118067 w 434872"/>
              <a:gd name="connsiteY57" fmla="*/ 296162 h 605705"/>
              <a:gd name="connsiteX58" fmla="*/ 102816 w 434872"/>
              <a:gd name="connsiteY58" fmla="*/ 230323 h 605705"/>
              <a:gd name="connsiteX59" fmla="*/ 94604 w 434872"/>
              <a:gd name="connsiteY59" fmla="*/ 226106 h 605705"/>
              <a:gd name="connsiteX60" fmla="*/ 76538 w 434872"/>
              <a:gd name="connsiteY60" fmla="*/ 143867 h 605705"/>
              <a:gd name="connsiteX61" fmla="*/ 77241 w 434872"/>
              <a:gd name="connsiteY61" fmla="*/ 134026 h 605705"/>
              <a:gd name="connsiteX62" fmla="*/ 86392 w 434872"/>
              <a:gd name="connsiteY62" fmla="*/ 131683 h 605705"/>
              <a:gd name="connsiteX63" fmla="*/ 86627 w 434872"/>
              <a:gd name="connsiteY63" fmla="*/ 132152 h 605705"/>
              <a:gd name="connsiteX64" fmla="*/ 216581 w 434872"/>
              <a:gd name="connsiteY64" fmla="*/ 118943 h 605705"/>
              <a:gd name="connsiteX65" fmla="*/ 210722 w 434872"/>
              <a:gd name="connsiteY65" fmla="*/ 19876 h 605705"/>
              <a:gd name="connsiteX66" fmla="*/ 201804 w 434872"/>
              <a:gd name="connsiteY66" fmla="*/ 21048 h 605705"/>
              <a:gd name="connsiteX67" fmla="*/ 209783 w 434872"/>
              <a:gd name="connsiteY67" fmla="*/ 22454 h 605705"/>
              <a:gd name="connsiteX68" fmla="*/ 210722 w 434872"/>
              <a:gd name="connsiteY68" fmla="*/ 19876 h 605705"/>
              <a:gd name="connsiteX69" fmla="*/ 197815 w 434872"/>
              <a:gd name="connsiteY69" fmla="*/ 2064 h 605705"/>
              <a:gd name="connsiteX70" fmla="*/ 374759 w 434872"/>
              <a:gd name="connsiteY70" fmla="*/ 90186 h 605705"/>
              <a:gd name="connsiteX71" fmla="*/ 378983 w 434872"/>
              <a:gd name="connsiteY71" fmla="*/ 99795 h 605705"/>
              <a:gd name="connsiteX72" fmla="*/ 394237 w 434872"/>
              <a:gd name="connsiteY72" fmla="*/ 175260 h 605705"/>
              <a:gd name="connsiteX73" fmla="*/ 396819 w 434872"/>
              <a:gd name="connsiteY73" fmla="*/ 213696 h 605705"/>
              <a:gd name="connsiteX74" fmla="*/ 395645 w 434872"/>
              <a:gd name="connsiteY74" fmla="*/ 240648 h 605705"/>
              <a:gd name="connsiteX75" fmla="*/ 400339 w 434872"/>
              <a:gd name="connsiteY75" fmla="*/ 247210 h 605705"/>
              <a:gd name="connsiteX76" fmla="*/ 398696 w 434872"/>
              <a:gd name="connsiteY76" fmla="*/ 256351 h 605705"/>
              <a:gd name="connsiteX77" fmla="*/ 385554 w 434872"/>
              <a:gd name="connsiteY77" fmla="*/ 261741 h 605705"/>
              <a:gd name="connsiteX78" fmla="*/ 378983 w 434872"/>
              <a:gd name="connsiteY78" fmla="*/ 242757 h 605705"/>
              <a:gd name="connsiteX79" fmla="*/ 377575 w 434872"/>
              <a:gd name="connsiteY79" fmla="*/ 194478 h 605705"/>
              <a:gd name="connsiteX80" fmla="*/ 368658 w 434872"/>
              <a:gd name="connsiteY80" fmla="*/ 109638 h 605705"/>
              <a:gd name="connsiteX81" fmla="*/ 359740 w 434872"/>
              <a:gd name="connsiteY81" fmla="*/ 107763 h 605705"/>
              <a:gd name="connsiteX82" fmla="*/ 355751 w 434872"/>
              <a:gd name="connsiteY82" fmla="*/ 106826 h 605705"/>
              <a:gd name="connsiteX83" fmla="*/ 340027 w 434872"/>
              <a:gd name="connsiteY83" fmla="*/ 104482 h 605705"/>
              <a:gd name="connsiteX84" fmla="*/ 312570 w 434872"/>
              <a:gd name="connsiteY84" fmla="*/ 102607 h 605705"/>
              <a:gd name="connsiteX85" fmla="*/ 235128 w 434872"/>
              <a:gd name="connsiteY85" fmla="*/ 99795 h 605705"/>
              <a:gd name="connsiteX86" fmla="*/ 40583 w 434872"/>
              <a:gd name="connsiteY86" fmla="*/ 109404 h 605705"/>
              <a:gd name="connsiteX87" fmla="*/ 33543 w 434872"/>
              <a:gd name="connsiteY87" fmla="*/ 92998 h 605705"/>
              <a:gd name="connsiteX88" fmla="*/ 34012 w 434872"/>
              <a:gd name="connsiteY88" fmla="*/ 90654 h 605705"/>
              <a:gd name="connsiteX89" fmla="*/ 62642 w 434872"/>
              <a:gd name="connsiteY89" fmla="*/ 75421 h 605705"/>
              <a:gd name="connsiteX90" fmla="*/ 109812 w 434872"/>
              <a:gd name="connsiteY90" fmla="*/ 48000 h 605705"/>
              <a:gd name="connsiteX91" fmla="*/ 197815 w 434872"/>
              <a:gd name="connsiteY91" fmla="*/ 2064 h 6057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</a:cxnLst>
            <a:rect l="l" t="t" r="r" b="b"/>
            <a:pathLst>
              <a:path w="434872" h="605705">
                <a:moveTo>
                  <a:pt x="83809" y="581569"/>
                </a:moveTo>
                <a:cubicBezTo>
                  <a:pt x="83340" y="582272"/>
                  <a:pt x="82871" y="582975"/>
                  <a:pt x="82167" y="583678"/>
                </a:cubicBezTo>
                <a:cubicBezTo>
                  <a:pt x="84279" y="583678"/>
                  <a:pt x="86391" y="583912"/>
                  <a:pt x="88503" y="584146"/>
                </a:cubicBezTo>
                <a:cubicBezTo>
                  <a:pt x="87564" y="583209"/>
                  <a:pt x="86860" y="582506"/>
                  <a:pt x="86156" y="581569"/>
                </a:cubicBezTo>
                <a:cubicBezTo>
                  <a:pt x="85452" y="581569"/>
                  <a:pt x="84748" y="581569"/>
                  <a:pt x="83809" y="581569"/>
                </a:cubicBezTo>
                <a:close/>
                <a:moveTo>
                  <a:pt x="337748" y="504504"/>
                </a:moveTo>
                <a:cubicBezTo>
                  <a:pt x="328860" y="505236"/>
                  <a:pt x="319649" y="507872"/>
                  <a:pt x="314252" y="509630"/>
                </a:cubicBezTo>
                <a:cubicBezTo>
                  <a:pt x="306039" y="512442"/>
                  <a:pt x="297826" y="515723"/>
                  <a:pt x="290786" y="521112"/>
                </a:cubicBezTo>
                <a:cubicBezTo>
                  <a:pt x="287735" y="523221"/>
                  <a:pt x="285623" y="526033"/>
                  <a:pt x="283746" y="528611"/>
                </a:cubicBezTo>
                <a:cubicBezTo>
                  <a:pt x="294071" y="527674"/>
                  <a:pt x="306039" y="529548"/>
                  <a:pt x="314487" y="529783"/>
                </a:cubicBezTo>
                <a:cubicBezTo>
                  <a:pt x="323404" y="530251"/>
                  <a:pt x="374796" y="532829"/>
                  <a:pt x="359308" y="510802"/>
                </a:cubicBezTo>
                <a:cubicBezTo>
                  <a:pt x="355201" y="504944"/>
                  <a:pt x="346636" y="503772"/>
                  <a:pt x="337748" y="504504"/>
                </a:cubicBezTo>
                <a:close/>
                <a:moveTo>
                  <a:pt x="88737" y="451049"/>
                </a:moveTo>
                <a:cubicBezTo>
                  <a:pt x="82167" y="454798"/>
                  <a:pt x="76065" y="458547"/>
                  <a:pt x="70668" y="462999"/>
                </a:cubicBezTo>
                <a:cubicBezTo>
                  <a:pt x="71137" y="462765"/>
                  <a:pt x="71607" y="462531"/>
                  <a:pt x="72076" y="462296"/>
                </a:cubicBezTo>
                <a:cubicBezTo>
                  <a:pt x="77239" y="458313"/>
                  <a:pt x="82871" y="454798"/>
                  <a:pt x="88972" y="451517"/>
                </a:cubicBezTo>
                <a:cubicBezTo>
                  <a:pt x="88737" y="451517"/>
                  <a:pt x="88737" y="451283"/>
                  <a:pt x="88737" y="451049"/>
                </a:cubicBezTo>
                <a:close/>
                <a:moveTo>
                  <a:pt x="109153" y="408635"/>
                </a:moveTo>
                <a:cubicBezTo>
                  <a:pt x="111031" y="406292"/>
                  <a:pt x="114785" y="405589"/>
                  <a:pt x="117367" y="409104"/>
                </a:cubicBezTo>
                <a:cubicBezTo>
                  <a:pt x="137079" y="435583"/>
                  <a:pt x="162657" y="460890"/>
                  <a:pt x="195511" y="466280"/>
                </a:cubicBezTo>
                <a:cubicBezTo>
                  <a:pt x="185185" y="458313"/>
                  <a:pt x="179553" y="444253"/>
                  <a:pt x="180023" y="430428"/>
                </a:cubicBezTo>
                <a:cubicBezTo>
                  <a:pt x="180257" y="424570"/>
                  <a:pt x="180257" y="415431"/>
                  <a:pt x="187532" y="413556"/>
                </a:cubicBezTo>
                <a:cubicBezTo>
                  <a:pt x="188705" y="413322"/>
                  <a:pt x="189879" y="413322"/>
                  <a:pt x="191052" y="413322"/>
                </a:cubicBezTo>
                <a:cubicBezTo>
                  <a:pt x="191287" y="413087"/>
                  <a:pt x="191287" y="412853"/>
                  <a:pt x="191521" y="412619"/>
                </a:cubicBezTo>
                <a:cubicBezTo>
                  <a:pt x="197857" y="407229"/>
                  <a:pt x="211468" y="410510"/>
                  <a:pt x="219212" y="410510"/>
                </a:cubicBezTo>
                <a:cubicBezTo>
                  <a:pt x="227426" y="410510"/>
                  <a:pt x="235874" y="410510"/>
                  <a:pt x="244087" y="410744"/>
                </a:cubicBezTo>
                <a:cubicBezTo>
                  <a:pt x="250188" y="410744"/>
                  <a:pt x="253474" y="416134"/>
                  <a:pt x="252535" y="421523"/>
                </a:cubicBezTo>
                <a:cubicBezTo>
                  <a:pt x="250423" y="434646"/>
                  <a:pt x="244791" y="453626"/>
                  <a:pt x="233527" y="464405"/>
                </a:cubicBezTo>
                <a:cubicBezTo>
                  <a:pt x="260983" y="458313"/>
                  <a:pt x="285388" y="444487"/>
                  <a:pt x="295948" y="417305"/>
                </a:cubicBezTo>
                <a:cubicBezTo>
                  <a:pt x="297591" y="413087"/>
                  <a:pt x="302754" y="410979"/>
                  <a:pt x="306508" y="412150"/>
                </a:cubicBezTo>
                <a:cubicBezTo>
                  <a:pt x="317772" y="407698"/>
                  <a:pt x="335372" y="414025"/>
                  <a:pt x="344524" y="416837"/>
                </a:cubicBezTo>
                <a:cubicBezTo>
                  <a:pt x="367287" y="423632"/>
                  <a:pt x="392866" y="431599"/>
                  <a:pt x="412578" y="445190"/>
                </a:cubicBezTo>
                <a:cubicBezTo>
                  <a:pt x="456695" y="475184"/>
                  <a:pt x="421964" y="549935"/>
                  <a:pt x="420556" y="591411"/>
                </a:cubicBezTo>
                <a:cubicBezTo>
                  <a:pt x="420322" y="596331"/>
                  <a:pt x="416567" y="600549"/>
                  <a:pt x="411404" y="600549"/>
                </a:cubicBezTo>
                <a:cubicBezTo>
                  <a:pt x="276940" y="601018"/>
                  <a:pt x="141068" y="616015"/>
                  <a:pt x="7543" y="592582"/>
                </a:cubicBezTo>
                <a:cubicBezTo>
                  <a:pt x="3553" y="591879"/>
                  <a:pt x="737" y="587427"/>
                  <a:pt x="737" y="583678"/>
                </a:cubicBezTo>
                <a:cubicBezTo>
                  <a:pt x="737" y="546185"/>
                  <a:pt x="-3956" y="502132"/>
                  <a:pt x="10359" y="466514"/>
                </a:cubicBezTo>
                <a:cubicBezTo>
                  <a:pt x="24908" y="430662"/>
                  <a:pt x="77239" y="429490"/>
                  <a:pt x="104929" y="409104"/>
                </a:cubicBezTo>
                <a:cubicBezTo>
                  <a:pt x="106103" y="408167"/>
                  <a:pt x="107745" y="408167"/>
                  <a:pt x="109153" y="408635"/>
                </a:cubicBezTo>
                <a:close/>
                <a:moveTo>
                  <a:pt x="303187" y="227980"/>
                </a:moveTo>
                <a:cubicBezTo>
                  <a:pt x="271982" y="237352"/>
                  <a:pt x="237023" y="235009"/>
                  <a:pt x="205113" y="235947"/>
                </a:cubicBezTo>
                <a:cubicBezTo>
                  <a:pt x="180008" y="236649"/>
                  <a:pt x="146691" y="241101"/>
                  <a:pt x="119005" y="235244"/>
                </a:cubicBezTo>
                <a:cubicBezTo>
                  <a:pt x="119474" y="245319"/>
                  <a:pt x="122055" y="255159"/>
                  <a:pt x="125340" y="264531"/>
                </a:cubicBezTo>
                <a:cubicBezTo>
                  <a:pt x="136133" y="295927"/>
                  <a:pt x="151618" y="329901"/>
                  <a:pt x="175785" y="353097"/>
                </a:cubicBezTo>
                <a:cubicBezTo>
                  <a:pt x="210510" y="386133"/>
                  <a:pt x="265882" y="361297"/>
                  <a:pt x="286764" y="322872"/>
                </a:cubicBezTo>
                <a:cubicBezTo>
                  <a:pt x="301310" y="296396"/>
                  <a:pt x="300841" y="268749"/>
                  <a:pt x="301780" y="239461"/>
                </a:cubicBezTo>
                <a:cubicBezTo>
                  <a:pt x="301780" y="235947"/>
                  <a:pt x="302484" y="231963"/>
                  <a:pt x="303187" y="227980"/>
                </a:cubicBezTo>
                <a:close/>
                <a:moveTo>
                  <a:pt x="216581" y="118943"/>
                </a:moveTo>
                <a:cubicBezTo>
                  <a:pt x="260485" y="117098"/>
                  <a:pt x="304478" y="117625"/>
                  <a:pt x="347063" y="119968"/>
                </a:cubicBezTo>
                <a:cubicBezTo>
                  <a:pt x="355275" y="120437"/>
                  <a:pt x="357621" y="129574"/>
                  <a:pt x="354336" y="134729"/>
                </a:cubicBezTo>
                <a:cubicBezTo>
                  <a:pt x="355275" y="139181"/>
                  <a:pt x="352225" y="144569"/>
                  <a:pt x="347063" y="144335"/>
                </a:cubicBezTo>
                <a:cubicBezTo>
                  <a:pt x="354336" y="144804"/>
                  <a:pt x="346828" y="169405"/>
                  <a:pt x="346828" y="178074"/>
                </a:cubicBezTo>
                <a:cubicBezTo>
                  <a:pt x="346828" y="184635"/>
                  <a:pt x="347063" y="190961"/>
                  <a:pt x="345420" y="197287"/>
                </a:cubicBezTo>
                <a:cubicBezTo>
                  <a:pt x="343074" y="207128"/>
                  <a:pt x="332281" y="214859"/>
                  <a:pt x="322662" y="220014"/>
                </a:cubicBezTo>
                <a:cubicBezTo>
                  <a:pt x="321723" y="227512"/>
                  <a:pt x="320315" y="234775"/>
                  <a:pt x="320081" y="239461"/>
                </a:cubicBezTo>
                <a:cubicBezTo>
                  <a:pt x="320081" y="268280"/>
                  <a:pt x="320315" y="300145"/>
                  <a:pt x="306003" y="326152"/>
                </a:cubicBezTo>
                <a:cubicBezTo>
                  <a:pt x="286998" y="361297"/>
                  <a:pt x="234442" y="403471"/>
                  <a:pt x="191036" y="385196"/>
                </a:cubicBezTo>
                <a:cubicBezTo>
                  <a:pt x="154903" y="370200"/>
                  <a:pt x="133083" y="330369"/>
                  <a:pt x="118067" y="296162"/>
                </a:cubicBezTo>
                <a:cubicBezTo>
                  <a:pt x="110559" y="279058"/>
                  <a:pt x="99062" y="251879"/>
                  <a:pt x="102816" y="230323"/>
                </a:cubicBezTo>
                <a:cubicBezTo>
                  <a:pt x="100000" y="228917"/>
                  <a:pt x="97185" y="227746"/>
                  <a:pt x="94604" y="226106"/>
                </a:cubicBezTo>
                <a:cubicBezTo>
                  <a:pt x="68091" y="210408"/>
                  <a:pt x="74191" y="172451"/>
                  <a:pt x="76538" y="143867"/>
                </a:cubicBezTo>
                <a:cubicBezTo>
                  <a:pt x="73018" y="141289"/>
                  <a:pt x="72549" y="135432"/>
                  <a:pt x="77241" y="134026"/>
                </a:cubicBezTo>
                <a:cubicBezTo>
                  <a:pt x="77476" y="129574"/>
                  <a:pt x="84046" y="126997"/>
                  <a:pt x="86392" y="131683"/>
                </a:cubicBezTo>
                <a:cubicBezTo>
                  <a:pt x="86392" y="131917"/>
                  <a:pt x="86627" y="131917"/>
                  <a:pt x="86627" y="132152"/>
                </a:cubicBezTo>
                <a:cubicBezTo>
                  <a:pt x="128860" y="125006"/>
                  <a:pt x="172676" y="120788"/>
                  <a:pt x="216581" y="118943"/>
                </a:cubicBezTo>
                <a:close/>
                <a:moveTo>
                  <a:pt x="210722" y="19876"/>
                </a:moveTo>
                <a:cubicBezTo>
                  <a:pt x="207671" y="20110"/>
                  <a:pt x="204855" y="20579"/>
                  <a:pt x="201804" y="21048"/>
                </a:cubicBezTo>
                <a:cubicBezTo>
                  <a:pt x="204620" y="21517"/>
                  <a:pt x="207202" y="21985"/>
                  <a:pt x="209783" y="22454"/>
                </a:cubicBezTo>
                <a:cubicBezTo>
                  <a:pt x="210018" y="21517"/>
                  <a:pt x="210252" y="20579"/>
                  <a:pt x="210722" y="19876"/>
                </a:cubicBezTo>
                <a:close/>
                <a:moveTo>
                  <a:pt x="197815" y="2064"/>
                </a:moveTo>
                <a:cubicBezTo>
                  <a:pt x="266809" y="-12935"/>
                  <a:pt x="322427" y="57609"/>
                  <a:pt x="374759" y="90186"/>
                </a:cubicBezTo>
                <a:cubicBezTo>
                  <a:pt x="378749" y="92764"/>
                  <a:pt x="379687" y="96513"/>
                  <a:pt x="378983" y="99795"/>
                </a:cubicBezTo>
                <a:cubicBezTo>
                  <a:pt x="387901" y="123934"/>
                  <a:pt x="392125" y="149714"/>
                  <a:pt x="394237" y="175260"/>
                </a:cubicBezTo>
                <a:cubicBezTo>
                  <a:pt x="395410" y="188150"/>
                  <a:pt x="396349" y="201040"/>
                  <a:pt x="396819" y="213696"/>
                </a:cubicBezTo>
                <a:cubicBezTo>
                  <a:pt x="396819" y="216743"/>
                  <a:pt x="395645" y="231742"/>
                  <a:pt x="395645" y="240648"/>
                </a:cubicBezTo>
                <a:cubicBezTo>
                  <a:pt x="398461" y="241585"/>
                  <a:pt x="400808" y="243695"/>
                  <a:pt x="400339" y="247210"/>
                </a:cubicBezTo>
                <a:cubicBezTo>
                  <a:pt x="400104" y="250491"/>
                  <a:pt x="399635" y="253069"/>
                  <a:pt x="398696" y="256351"/>
                </a:cubicBezTo>
                <a:cubicBezTo>
                  <a:pt x="397288" y="261507"/>
                  <a:pt x="390482" y="265022"/>
                  <a:pt x="385554" y="261741"/>
                </a:cubicBezTo>
                <a:cubicBezTo>
                  <a:pt x="377810" y="256351"/>
                  <a:pt x="378983" y="252132"/>
                  <a:pt x="378983" y="242757"/>
                </a:cubicBezTo>
                <a:cubicBezTo>
                  <a:pt x="378749" y="226586"/>
                  <a:pt x="378514" y="210649"/>
                  <a:pt x="377575" y="194478"/>
                </a:cubicBezTo>
                <a:cubicBezTo>
                  <a:pt x="375933" y="166120"/>
                  <a:pt x="371474" y="137762"/>
                  <a:pt x="368658" y="109638"/>
                </a:cubicBezTo>
                <a:cubicBezTo>
                  <a:pt x="365607" y="111279"/>
                  <a:pt x="361852" y="110341"/>
                  <a:pt x="359740" y="107763"/>
                </a:cubicBezTo>
                <a:cubicBezTo>
                  <a:pt x="359036" y="107529"/>
                  <a:pt x="357863" y="107294"/>
                  <a:pt x="355751" y="106826"/>
                </a:cubicBezTo>
                <a:cubicBezTo>
                  <a:pt x="350588" y="105888"/>
                  <a:pt x="345190" y="104951"/>
                  <a:pt x="340027" y="104482"/>
                </a:cubicBezTo>
                <a:cubicBezTo>
                  <a:pt x="330875" y="103544"/>
                  <a:pt x="321723" y="103076"/>
                  <a:pt x="312570" y="102607"/>
                </a:cubicBezTo>
                <a:cubicBezTo>
                  <a:pt x="286756" y="101670"/>
                  <a:pt x="260942" y="99795"/>
                  <a:pt x="235128" y="99795"/>
                </a:cubicBezTo>
                <a:cubicBezTo>
                  <a:pt x="170592" y="99326"/>
                  <a:pt x="104649" y="97685"/>
                  <a:pt x="40583" y="109404"/>
                </a:cubicBezTo>
                <a:cubicBezTo>
                  <a:pt x="30257" y="111279"/>
                  <a:pt x="25329" y="96982"/>
                  <a:pt x="33543" y="92998"/>
                </a:cubicBezTo>
                <a:cubicBezTo>
                  <a:pt x="33543" y="92061"/>
                  <a:pt x="33543" y="91357"/>
                  <a:pt x="34012" y="90654"/>
                </a:cubicBezTo>
                <a:cubicBezTo>
                  <a:pt x="40583" y="81749"/>
                  <a:pt x="53255" y="80342"/>
                  <a:pt x="62642" y="75421"/>
                </a:cubicBezTo>
                <a:cubicBezTo>
                  <a:pt x="78835" y="66983"/>
                  <a:pt x="94323" y="57375"/>
                  <a:pt x="109812" y="48000"/>
                </a:cubicBezTo>
                <a:cubicBezTo>
                  <a:pt x="136565" y="31594"/>
                  <a:pt x="166603" y="8861"/>
                  <a:pt x="197815" y="206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+mn-ea"/>
            </a:endParaRPr>
          </a:p>
        </p:txBody>
      </p:sp>
      <p:grpSp>
        <p:nvGrpSpPr>
          <p:cNvPr id="67" name="组合 66">
            <a:extLst>
              <a:ext uri="{FF2B5EF4-FFF2-40B4-BE49-F238E27FC236}">
                <a16:creationId xmlns:a16="http://schemas.microsoft.com/office/drawing/2014/main" id="{AD880521-1DF4-6D26-3CFB-5C294DD41D8D}"/>
              </a:ext>
            </a:extLst>
          </p:cNvPr>
          <p:cNvGrpSpPr/>
          <p:nvPr/>
        </p:nvGrpSpPr>
        <p:grpSpPr>
          <a:xfrm>
            <a:off x="574872" y="5661585"/>
            <a:ext cx="11216285" cy="387753"/>
            <a:chOff x="297350" y="5605502"/>
            <a:chExt cx="11216285" cy="387753"/>
          </a:xfrm>
        </p:grpSpPr>
        <p:grpSp>
          <p:nvGrpSpPr>
            <p:cNvPr id="68" name="组合 67">
              <a:extLst>
                <a:ext uri="{FF2B5EF4-FFF2-40B4-BE49-F238E27FC236}">
                  <a16:creationId xmlns:a16="http://schemas.microsoft.com/office/drawing/2014/main" id="{5F0CE5CE-E62D-9791-B8C1-425293E1662D}"/>
                </a:ext>
              </a:extLst>
            </p:cNvPr>
            <p:cNvGrpSpPr/>
            <p:nvPr/>
          </p:nvGrpSpPr>
          <p:grpSpPr>
            <a:xfrm>
              <a:off x="715448" y="5605637"/>
              <a:ext cx="10798187" cy="387618"/>
              <a:chOff x="1105047" y="4986489"/>
              <a:chExt cx="10798187" cy="387618"/>
            </a:xfrm>
          </p:grpSpPr>
          <p:sp>
            <p:nvSpPr>
              <p:cNvPr id="72" name="文本框 71">
                <a:extLst>
                  <a:ext uri="{FF2B5EF4-FFF2-40B4-BE49-F238E27FC236}">
                    <a16:creationId xmlns:a16="http://schemas.microsoft.com/office/drawing/2014/main" id="{D9290405-CEA8-A7B6-FEA6-81DC89B2E89F}"/>
                  </a:ext>
                </a:extLst>
              </p:cNvPr>
              <p:cNvSpPr txBox="1"/>
              <p:nvPr/>
            </p:nvSpPr>
            <p:spPr>
              <a:xfrm>
                <a:off x="1105047" y="4993856"/>
                <a:ext cx="20697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800" b="1" i="0" u="none" strike="noStrike" kern="1200" cap="none" spc="300" normalizeH="0" baseline="0" noProof="0" dirty="0">
                    <a:ln>
                      <a:noFill/>
                    </a:ln>
                    <a:solidFill>
                      <a:srgbClr val="122E66"/>
                    </a:solidFill>
                    <a:effectLst/>
                    <a:uLnTx/>
                    <a:uFillTx/>
                    <a:latin typeface="思源黑体 CN Regular"/>
                    <a:cs typeface="+mn-ea"/>
                  </a:rPr>
                  <a:t>汇报人：蒋奕婷</a:t>
                </a:r>
              </a:p>
            </p:txBody>
          </p:sp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BA72A01A-6DC5-D955-C793-0EFFDEABC8A1}"/>
                  </a:ext>
                </a:extLst>
              </p:cNvPr>
              <p:cNvSpPr txBox="1"/>
              <p:nvPr/>
            </p:nvSpPr>
            <p:spPr>
              <a:xfrm>
                <a:off x="9014302" y="4986489"/>
                <a:ext cx="28889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800" b="1" i="0" u="none" strike="noStrike" kern="1200" cap="none" spc="300" normalizeH="0" baseline="0" noProof="0" dirty="0">
                    <a:ln>
                      <a:noFill/>
                    </a:ln>
                    <a:solidFill>
                      <a:srgbClr val="122E66"/>
                    </a:solidFill>
                    <a:effectLst/>
                    <a:uLnTx/>
                    <a:uFillTx/>
                    <a:latin typeface="思源黑体 CN Regular"/>
                    <a:cs typeface="+mn-ea"/>
                  </a:rPr>
                  <a:t>时间：</a:t>
                </a:r>
                <a:r>
                  <a:rPr kumimoji="0" lang="en-US" altLang="zh-CN" sz="1800" b="1" i="0" u="none" strike="noStrike" kern="1200" cap="none" spc="300" normalizeH="0" baseline="0" noProof="0" dirty="0">
                    <a:ln>
                      <a:noFill/>
                    </a:ln>
                    <a:solidFill>
                      <a:srgbClr val="122E66"/>
                    </a:solidFill>
                    <a:effectLst/>
                    <a:uLnTx/>
                    <a:uFillTx/>
                    <a:latin typeface="思源黑体 CN Regular"/>
                    <a:cs typeface="+mn-ea"/>
                  </a:rPr>
                  <a:t>2026</a:t>
                </a:r>
                <a:r>
                  <a:rPr kumimoji="0" lang="zh-CN" altLang="en-US" sz="1800" b="1" i="0" u="none" strike="noStrike" kern="1200" cap="none" spc="300" normalizeH="0" baseline="0" noProof="0" dirty="0">
                    <a:ln>
                      <a:noFill/>
                    </a:ln>
                    <a:solidFill>
                      <a:srgbClr val="122E66"/>
                    </a:solidFill>
                    <a:effectLst/>
                    <a:uLnTx/>
                    <a:uFillTx/>
                    <a:latin typeface="思源黑体 CN Regular"/>
                    <a:cs typeface="+mn-ea"/>
                  </a:rPr>
                  <a:t>年</a:t>
                </a:r>
                <a:r>
                  <a:rPr kumimoji="0" lang="en-US" altLang="zh-CN" sz="1800" b="1" i="0" u="none" strike="noStrike" kern="1200" cap="none" spc="300" normalizeH="0" baseline="0" noProof="0" dirty="0">
                    <a:ln>
                      <a:noFill/>
                    </a:ln>
                    <a:solidFill>
                      <a:srgbClr val="122E66"/>
                    </a:solidFill>
                    <a:effectLst/>
                    <a:uLnTx/>
                    <a:uFillTx/>
                    <a:latin typeface="思源黑体 CN Regular"/>
                    <a:cs typeface="+mn-ea"/>
                  </a:rPr>
                  <a:t>4</a:t>
                </a:r>
                <a:r>
                  <a:rPr kumimoji="0" lang="zh-CN" altLang="en-US" sz="1800" b="1" i="0" u="none" strike="noStrike" kern="1200" cap="none" spc="300" normalizeH="0" baseline="0" noProof="0" dirty="0">
                    <a:ln>
                      <a:noFill/>
                    </a:ln>
                    <a:solidFill>
                      <a:srgbClr val="122E66"/>
                    </a:solidFill>
                    <a:effectLst/>
                    <a:uLnTx/>
                    <a:uFillTx/>
                    <a:latin typeface="思源黑体 CN Regular"/>
                    <a:cs typeface="+mn-ea"/>
                  </a:rPr>
                  <a:t>月</a:t>
                </a:r>
                <a:r>
                  <a:rPr kumimoji="0" lang="en-US" altLang="zh-CN" sz="1800" b="1" i="0" u="none" strike="noStrike" kern="1200" cap="none" spc="300" normalizeH="0" baseline="0" noProof="0" dirty="0">
                    <a:ln>
                      <a:noFill/>
                    </a:ln>
                    <a:solidFill>
                      <a:srgbClr val="122E66"/>
                    </a:solidFill>
                    <a:effectLst/>
                    <a:uLnTx/>
                    <a:uFillTx/>
                    <a:latin typeface="思源黑体 CN Regular"/>
                    <a:cs typeface="+mn-ea"/>
                  </a:rPr>
                  <a:t>24</a:t>
                </a:r>
                <a:r>
                  <a:rPr kumimoji="0" lang="zh-CN" altLang="en-US" sz="1800" b="1" i="0" u="none" strike="noStrike" kern="1200" cap="none" spc="300" normalizeH="0" baseline="0" noProof="0" dirty="0">
                    <a:ln>
                      <a:noFill/>
                    </a:ln>
                    <a:solidFill>
                      <a:srgbClr val="122E66"/>
                    </a:solidFill>
                    <a:effectLst/>
                    <a:uLnTx/>
                    <a:uFillTx/>
                    <a:latin typeface="思源黑体 CN Regular"/>
                    <a:cs typeface="+mn-ea"/>
                  </a:rPr>
                  <a:t>日</a:t>
                </a:r>
              </a:p>
            </p:txBody>
          </p:sp>
          <p:sp>
            <p:nvSpPr>
              <p:cNvPr id="74" name="文本框 73">
                <a:extLst>
                  <a:ext uri="{FF2B5EF4-FFF2-40B4-BE49-F238E27FC236}">
                    <a16:creationId xmlns:a16="http://schemas.microsoft.com/office/drawing/2014/main" id="{A1E7A1B0-B4CA-BC3D-CC8C-BF6DA1FFF45F}"/>
                  </a:ext>
                </a:extLst>
              </p:cNvPr>
              <p:cNvSpPr txBox="1"/>
              <p:nvPr/>
            </p:nvSpPr>
            <p:spPr>
              <a:xfrm>
                <a:off x="5293409" y="5004775"/>
                <a:ext cx="23391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800" b="1" i="0" u="none" strike="noStrike" kern="1200" cap="none" spc="300" normalizeH="0" baseline="0" noProof="0" dirty="0">
                    <a:ln>
                      <a:noFill/>
                    </a:ln>
                    <a:solidFill>
                      <a:srgbClr val="122E66"/>
                    </a:solidFill>
                    <a:effectLst/>
                    <a:uLnTx/>
                    <a:uFillTx/>
                    <a:latin typeface="思源黑体 CN Regular"/>
                    <a:cs typeface="+mn-ea"/>
                  </a:rPr>
                  <a:t>指导老师：尹兆远</a:t>
                </a:r>
              </a:p>
            </p:txBody>
          </p:sp>
        </p:grpSp>
        <p:sp>
          <p:nvSpPr>
            <p:cNvPr id="69" name="iconfont-1047-784241">
              <a:extLst>
                <a:ext uri="{FF2B5EF4-FFF2-40B4-BE49-F238E27FC236}">
                  <a16:creationId xmlns:a16="http://schemas.microsoft.com/office/drawing/2014/main" id="{DB0E4E86-CED3-5D0E-14C8-CF9CC8C42BDD}"/>
                </a:ext>
              </a:extLst>
            </p:cNvPr>
            <p:cNvSpPr/>
            <p:nvPr/>
          </p:nvSpPr>
          <p:spPr>
            <a:xfrm>
              <a:off x="8309408" y="5640228"/>
              <a:ext cx="315295" cy="314885"/>
            </a:xfrm>
            <a:custGeom>
              <a:avLst/>
              <a:gdLst>
                <a:gd name="T0" fmla="*/ 11189 w 11189"/>
                <a:gd name="T1" fmla="*/ 5643 h 11177"/>
                <a:gd name="T2" fmla="*/ 11189 w 11189"/>
                <a:gd name="T3" fmla="*/ 5589 h 11177"/>
                <a:gd name="T4" fmla="*/ 11189 w 11189"/>
                <a:gd name="T5" fmla="*/ 5535 h 11177"/>
                <a:gd name="T6" fmla="*/ 5595 w 11189"/>
                <a:gd name="T7" fmla="*/ 0 h 11177"/>
                <a:gd name="T8" fmla="*/ 0 w 11189"/>
                <a:gd name="T9" fmla="*/ 5535 h 11177"/>
                <a:gd name="T10" fmla="*/ 1 w 11189"/>
                <a:gd name="T11" fmla="*/ 5589 h 11177"/>
                <a:gd name="T12" fmla="*/ 0 w 11189"/>
                <a:gd name="T13" fmla="*/ 5643 h 11177"/>
                <a:gd name="T14" fmla="*/ 5595 w 11189"/>
                <a:gd name="T15" fmla="*/ 11177 h 11177"/>
                <a:gd name="T16" fmla="*/ 11189 w 11189"/>
                <a:gd name="T17" fmla="*/ 5643 h 11177"/>
                <a:gd name="T18" fmla="*/ 5595 w 11189"/>
                <a:gd name="T19" fmla="*/ 10124 h 11177"/>
                <a:gd name="T20" fmla="*/ 1156 w 11189"/>
                <a:gd name="T21" fmla="*/ 5643 h 11177"/>
                <a:gd name="T22" fmla="*/ 1156 w 11189"/>
                <a:gd name="T23" fmla="*/ 5611 h 11177"/>
                <a:gd name="T24" fmla="*/ 1156 w 11189"/>
                <a:gd name="T25" fmla="*/ 5611 h 11177"/>
                <a:gd name="T26" fmla="*/ 1156 w 11189"/>
                <a:gd name="T27" fmla="*/ 5589 h 11177"/>
                <a:gd name="T28" fmla="*/ 1156 w 11189"/>
                <a:gd name="T29" fmla="*/ 5567 h 11177"/>
                <a:gd name="T30" fmla="*/ 1156 w 11189"/>
                <a:gd name="T31" fmla="*/ 5567 h 11177"/>
                <a:gd name="T32" fmla="*/ 1156 w 11189"/>
                <a:gd name="T33" fmla="*/ 5535 h 11177"/>
                <a:gd name="T34" fmla="*/ 5595 w 11189"/>
                <a:gd name="T35" fmla="*/ 1054 h 11177"/>
                <a:gd name="T36" fmla="*/ 10034 w 11189"/>
                <a:gd name="T37" fmla="*/ 5535 h 11177"/>
                <a:gd name="T38" fmla="*/ 10033 w 11189"/>
                <a:gd name="T39" fmla="*/ 5567 h 11177"/>
                <a:gd name="T40" fmla="*/ 10033 w 11189"/>
                <a:gd name="T41" fmla="*/ 5567 h 11177"/>
                <a:gd name="T42" fmla="*/ 10033 w 11189"/>
                <a:gd name="T43" fmla="*/ 5589 h 11177"/>
                <a:gd name="T44" fmla="*/ 10033 w 11189"/>
                <a:gd name="T45" fmla="*/ 5611 h 11177"/>
                <a:gd name="T46" fmla="*/ 10033 w 11189"/>
                <a:gd name="T47" fmla="*/ 5611 h 11177"/>
                <a:gd name="T48" fmla="*/ 10034 w 11189"/>
                <a:gd name="T49" fmla="*/ 5643 h 11177"/>
                <a:gd name="T50" fmla="*/ 5595 w 11189"/>
                <a:gd name="T51" fmla="*/ 10124 h 11177"/>
                <a:gd name="T52" fmla="*/ 4818 w 11189"/>
                <a:gd name="T53" fmla="*/ 5514 h 11177"/>
                <a:gd name="T54" fmla="*/ 4804 w 11189"/>
                <a:gd name="T55" fmla="*/ 5611 h 11177"/>
                <a:gd name="T56" fmla="*/ 4804 w 11189"/>
                <a:gd name="T57" fmla="*/ 6034 h 11177"/>
                <a:gd name="T58" fmla="*/ 5167 w 11189"/>
                <a:gd name="T59" fmla="*/ 6397 h 11177"/>
                <a:gd name="T60" fmla="*/ 8440 w 11189"/>
                <a:gd name="T61" fmla="*/ 6397 h 11177"/>
                <a:gd name="T62" fmla="*/ 8803 w 11189"/>
                <a:gd name="T63" fmla="*/ 6034 h 11177"/>
                <a:gd name="T64" fmla="*/ 8803 w 11189"/>
                <a:gd name="T65" fmla="*/ 5611 h 11177"/>
                <a:gd name="T66" fmla="*/ 8440 w 11189"/>
                <a:gd name="T67" fmla="*/ 5249 h 11177"/>
                <a:gd name="T68" fmla="*/ 5966 w 11189"/>
                <a:gd name="T69" fmla="*/ 5249 h 11177"/>
                <a:gd name="T70" fmla="*/ 5966 w 11189"/>
                <a:gd name="T71" fmla="*/ 2069 h 11177"/>
                <a:gd name="T72" fmla="*/ 5604 w 11189"/>
                <a:gd name="T73" fmla="*/ 1706 h 11177"/>
                <a:gd name="T74" fmla="*/ 5180 w 11189"/>
                <a:gd name="T75" fmla="*/ 1706 h 11177"/>
                <a:gd name="T76" fmla="*/ 4818 w 11189"/>
                <a:gd name="T77" fmla="*/ 2069 h 11177"/>
                <a:gd name="T78" fmla="*/ 4818 w 11189"/>
                <a:gd name="T79" fmla="*/ 5514 h 11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1189" h="11177">
                  <a:moveTo>
                    <a:pt x="11189" y="5643"/>
                  </a:moveTo>
                  <a:cubicBezTo>
                    <a:pt x="11189" y="5625"/>
                    <a:pt x="11189" y="5607"/>
                    <a:pt x="11189" y="5589"/>
                  </a:cubicBezTo>
                  <a:cubicBezTo>
                    <a:pt x="11189" y="5571"/>
                    <a:pt x="11189" y="5553"/>
                    <a:pt x="11189" y="5535"/>
                  </a:cubicBezTo>
                  <a:cubicBezTo>
                    <a:pt x="11189" y="2478"/>
                    <a:pt x="8684" y="0"/>
                    <a:pt x="5595" y="0"/>
                  </a:cubicBezTo>
                  <a:cubicBezTo>
                    <a:pt x="2505" y="0"/>
                    <a:pt x="0" y="2478"/>
                    <a:pt x="0" y="5535"/>
                  </a:cubicBezTo>
                  <a:cubicBezTo>
                    <a:pt x="0" y="5553"/>
                    <a:pt x="1" y="5571"/>
                    <a:pt x="1" y="5589"/>
                  </a:cubicBezTo>
                  <a:cubicBezTo>
                    <a:pt x="1" y="5607"/>
                    <a:pt x="0" y="5625"/>
                    <a:pt x="0" y="5643"/>
                  </a:cubicBezTo>
                  <a:cubicBezTo>
                    <a:pt x="0" y="8700"/>
                    <a:pt x="2505" y="11177"/>
                    <a:pt x="5595" y="11177"/>
                  </a:cubicBezTo>
                  <a:cubicBezTo>
                    <a:pt x="8684" y="11177"/>
                    <a:pt x="11189" y="8700"/>
                    <a:pt x="11189" y="5643"/>
                  </a:cubicBezTo>
                  <a:close/>
                  <a:moveTo>
                    <a:pt x="5595" y="10124"/>
                  </a:moveTo>
                  <a:cubicBezTo>
                    <a:pt x="3143" y="10124"/>
                    <a:pt x="1156" y="8118"/>
                    <a:pt x="1156" y="5643"/>
                  </a:cubicBezTo>
                  <a:cubicBezTo>
                    <a:pt x="1156" y="5632"/>
                    <a:pt x="1156" y="5622"/>
                    <a:pt x="1156" y="5611"/>
                  </a:cubicBezTo>
                  <a:lnTo>
                    <a:pt x="1156" y="5611"/>
                  </a:lnTo>
                  <a:cubicBezTo>
                    <a:pt x="1156" y="5604"/>
                    <a:pt x="1156" y="5596"/>
                    <a:pt x="1156" y="5589"/>
                  </a:cubicBezTo>
                  <a:cubicBezTo>
                    <a:pt x="1156" y="5582"/>
                    <a:pt x="1156" y="5574"/>
                    <a:pt x="1156" y="5567"/>
                  </a:cubicBezTo>
                  <a:lnTo>
                    <a:pt x="1156" y="5567"/>
                  </a:lnTo>
                  <a:cubicBezTo>
                    <a:pt x="1156" y="5556"/>
                    <a:pt x="1156" y="5546"/>
                    <a:pt x="1156" y="5535"/>
                  </a:cubicBezTo>
                  <a:cubicBezTo>
                    <a:pt x="1156" y="3060"/>
                    <a:pt x="3143" y="1054"/>
                    <a:pt x="5595" y="1054"/>
                  </a:cubicBezTo>
                  <a:cubicBezTo>
                    <a:pt x="8046" y="1054"/>
                    <a:pt x="10034" y="3060"/>
                    <a:pt x="10034" y="5535"/>
                  </a:cubicBezTo>
                  <a:cubicBezTo>
                    <a:pt x="10034" y="5546"/>
                    <a:pt x="10033" y="5556"/>
                    <a:pt x="10033" y="5567"/>
                  </a:cubicBezTo>
                  <a:lnTo>
                    <a:pt x="10033" y="5567"/>
                  </a:lnTo>
                  <a:cubicBezTo>
                    <a:pt x="10033" y="5574"/>
                    <a:pt x="10033" y="5582"/>
                    <a:pt x="10033" y="5589"/>
                  </a:cubicBezTo>
                  <a:cubicBezTo>
                    <a:pt x="10033" y="5596"/>
                    <a:pt x="10033" y="5604"/>
                    <a:pt x="10033" y="5611"/>
                  </a:cubicBezTo>
                  <a:lnTo>
                    <a:pt x="10033" y="5611"/>
                  </a:lnTo>
                  <a:cubicBezTo>
                    <a:pt x="10034" y="5622"/>
                    <a:pt x="10034" y="5632"/>
                    <a:pt x="10034" y="5643"/>
                  </a:cubicBezTo>
                  <a:cubicBezTo>
                    <a:pt x="10034" y="8118"/>
                    <a:pt x="8046" y="10124"/>
                    <a:pt x="5595" y="10124"/>
                  </a:cubicBezTo>
                  <a:close/>
                  <a:moveTo>
                    <a:pt x="4818" y="5514"/>
                  </a:moveTo>
                  <a:cubicBezTo>
                    <a:pt x="4809" y="5545"/>
                    <a:pt x="4804" y="5577"/>
                    <a:pt x="4804" y="5611"/>
                  </a:cubicBezTo>
                  <a:lnTo>
                    <a:pt x="4804" y="6034"/>
                  </a:lnTo>
                  <a:cubicBezTo>
                    <a:pt x="4804" y="6235"/>
                    <a:pt x="4967" y="6397"/>
                    <a:pt x="5167" y="6397"/>
                  </a:cubicBezTo>
                  <a:lnTo>
                    <a:pt x="8440" y="6397"/>
                  </a:lnTo>
                  <a:cubicBezTo>
                    <a:pt x="8640" y="6397"/>
                    <a:pt x="8803" y="6235"/>
                    <a:pt x="8803" y="6034"/>
                  </a:cubicBezTo>
                  <a:lnTo>
                    <a:pt x="8803" y="5611"/>
                  </a:lnTo>
                  <a:cubicBezTo>
                    <a:pt x="8803" y="5411"/>
                    <a:pt x="8640" y="5249"/>
                    <a:pt x="8440" y="5249"/>
                  </a:cubicBezTo>
                  <a:lnTo>
                    <a:pt x="5966" y="5249"/>
                  </a:lnTo>
                  <a:lnTo>
                    <a:pt x="5966" y="2069"/>
                  </a:lnTo>
                  <a:cubicBezTo>
                    <a:pt x="5966" y="1869"/>
                    <a:pt x="5804" y="1706"/>
                    <a:pt x="5604" y="1706"/>
                  </a:cubicBezTo>
                  <a:lnTo>
                    <a:pt x="5180" y="1706"/>
                  </a:lnTo>
                  <a:cubicBezTo>
                    <a:pt x="4980" y="1706"/>
                    <a:pt x="4818" y="1869"/>
                    <a:pt x="4818" y="2069"/>
                  </a:cubicBezTo>
                  <a:lnTo>
                    <a:pt x="4818" y="5514"/>
                  </a:lnTo>
                  <a:close/>
                </a:path>
              </a:pathLst>
            </a:custGeom>
            <a:solidFill>
              <a:srgbClr val="122E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22E66"/>
                </a:solidFill>
                <a:effectLst/>
                <a:uLnTx/>
                <a:uFillTx/>
                <a:latin typeface="Arial"/>
                <a:cs typeface="+mn-ea"/>
              </a:endParaRPr>
            </a:p>
          </p:txBody>
        </p:sp>
        <p:pic>
          <p:nvPicPr>
            <p:cNvPr id="70" name="图形 69">
              <a:extLst>
                <a:ext uri="{FF2B5EF4-FFF2-40B4-BE49-F238E27FC236}">
                  <a16:creationId xmlns:a16="http://schemas.microsoft.com/office/drawing/2014/main" id="{3FE8B00D-ADB2-D0CE-179C-1083AF70837E}"/>
                </a:ext>
              </a:extLst>
            </p:cNvPr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97350" y="5605502"/>
              <a:ext cx="369332" cy="369332"/>
            </a:xfrm>
            <a:prstGeom prst="rect">
              <a:avLst/>
            </a:prstGeom>
          </p:spPr>
        </p:pic>
        <p:pic>
          <p:nvPicPr>
            <p:cNvPr id="71" name="图形 70">
              <a:extLst>
                <a:ext uri="{FF2B5EF4-FFF2-40B4-BE49-F238E27FC236}">
                  <a16:creationId xmlns:a16="http://schemas.microsoft.com/office/drawing/2014/main" id="{B780DA89-4E10-8F7B-133D-3394306B9E19}"/>
                </a:ext>
              </a:extLst>
            </p:cNvPr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610886" y="5640228"/>
              <a:ext cx="292924" cy="29292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3348174"/>
      </p:ext>
    </p:extLst>
  </p:cSld>
  <p:clrMapOvr>
    <a:masterClrMapping/>
  </p:clrMapOvr>
</p:sld>
</file>

<file path=ppt/theme/theme1.xml><?xml version="1.0" encoding="utf-8"?>
<a:theme xmlns:a="http://schemas.openxmlformats.org/drawingml/2006/main" name="木卫林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0E58A3"/>
      </a:accent1>
      <a:accent2>
        <a:srgbClr val="2673B7"/>
      </a:accent2>
      <a:accent3>
        <a:srgbClr val="92B6D0"/>
      </a:accent3>
      <a:accent4>
        <a:srgbClr val="4C7CA0"/>
      </a:accent4>
      <a:accent5>
        <a:srgbClr val="5E7A86"/>
      </a:accent5>
      <a:accent6>
        <a:srgbClr val="D9D9D9"/>
      </a:accent6>
      <a:hlink>
        <a:srgbClr val="F84D4D"/>
      </a:hlink>
      <a:folHlink>
        <a:srgbClr val="BFBFBF"/>
      </a:folHlink>
    </a:clrScheme>
    <a:fontScheme name="自定义 1">
      <a:majorFont>
        <a:latin typeface="Arial"/>
        <a:ea typeface="思源黑体 CN Regular"/>
        <a:cs typeface=""/>
      </a:majorFont>
      <a:minorFont>
        <a:latin typeface="Arial"/>
        <a:ea typeface="思源黑体 CN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778495"/>
    </a:dk2>
    <a:lt2>
      <a:srgbClr val="F0F0F0"/>
    </a:lt2>
    <a:accent1>
      <a:srgbClr val="0E58A3"/>
    </a:accent1>
    <a:accent2>
      <a:srgbClr val="2673B7"/>
    </a:accent2>
    <a:accent3>
      <a:srgbClr val="92B6D0"/>
    </a:accent3>
    <a:accent4>
      <a:srgbClr val="4C7CA0"/>
    </a:accent4>
    <a:accent5>
      <a:srgbClr val="5E7A86"/>
    </a:accent5>
    <a:accent6>
      <a:srgbClr val="D9D9D9"/>
    </a:accent6>
    <a:hlink>
      <a:srgbClr val="F84D4D"/>
    </a:hlink>
    <a:folHlink>
      <a:srgbClr val="BFBFBF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778495"/>
    </a:dk2>
    <a:lt2>
      <a:srgbClr val="F0F0F0"/>
    </a:lt2>
    <a:accent1>
      <a:srgbClr val="0E58A3"/>
    </a:accent1>
    <a:accent2>
      <a:srgbClr val="2673B7"/>
    </a:accent2>
    <a:accent3>
      <a:srgbClr val="92B6D0"/>
    </a:accent3>
    <a:accent4>
      <a:srgbClr val="4C7CA0"/>
    </a:accent4>
    <a:accent5>
      <a:srgbClr val="5E7A86"/>
    </a:accent5>
    <a:accent6>
      <a:srgbClr val="D9D9D9"/>
    </a:accent6>
    <a:hlink>
      <a:srgbClr val="F84D4D"/>
    </a:hlink>
    <a:folHlink>
      <a:srgbClr val="BFBFBF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778495"/>
    </a:dk2>
    <a:lt2>
      <a:srgbClr val="F0F0F0"/>
    </a:lt2>
    <a:accent1>
      <a:srgbClr val="0E58A3"/>
    </a:accent1>
    <a:accent2>
      <a:srgbClr val="2673B7"/>
    </a:accent2>
    <a:accent3>
      <a:srgbClr val="92B6D0"/>
    </a:accent3>
    <a:accent4>
      <a:srgbClr val="4C7CA0"/>
    </a:accent4>
    <a:accent5>
      <a:srgbClr val="5E7A86"/>
    </a:accent5>
    <a:accent6>
      <a:srgbClr val="D9D9D9"/>
    </a:accent6>
    <a:hlink>
      <a:srgbClr val="F84D4D"/>
    </a:hlink>
    <a:folHlink>
      <a:srgbClr val="BFBFBF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778495"/>
    </a:dk2>
    <a:lt2>
      <a:srgbClr val="F0F0F0"/>
    </a:lt2>
    <a:accent1>
      <a:srgbClr val="0E58A3"/>
    </a:accent1>
    <a:accent2>
      <a:srgbClr val="2673B7"/>
    </a:accent2>
    <a:accent3>
      <a:srgbClr val="92B6D0"/>
    </a:accent3>
    <a:accent4>
      <a:srgbClr val="4C7CA0"/>
    </a:accent4>
    <a:accent5>
      <a:srgbClr val="5E7A86"/>
    </a:accent5>
    <a:accent6>
      <a:srgbClr val="D9D9D9"/>
    </a:accent6>
    <a:hlink>
      <a:srgbClr val="F84D4D"/>
    </a:hlink>
    <a:folHlink>
      <a:srgbClr val="BFBFBF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778495"/>
    </a:dk2>
    <a:lt2>
      <a:srgbClr val="F0F0F0"/>
    </a:lt2>
    <a:accent1>
      <a:srgbClr val="0E58A3"/>
    </a:accent1>
    <a:accent2>
      <a:srgbClr val="2673B7"/>
    </a:accent2>
    <a:accent3>
      <a:srgbClr val="92B6D0"/>
    </a:accent3>
    <a:accent4>
      <a:srgbClr val="4C7CA0"/>
    </a:accent4>
    <a:accent5>
      <a:srgbClr val="5E7A86"/>
    </a:accent5>
    <a:accent6>
      <a:srgbClr val="D9D9D9"/>
    </a:accent6>
    <a:hlink>
      <a:srgbClr val="F84D4D"/>
    </a:hlink>
    <a:folHlink>
      <a:srgbClr val="BFBFBF"/>
    </a:folHlink>
  </a:clrScheme>
</a:themeOverride>
</file>

<file path=ppt/theme/themeOverride6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778495"/>
    </a:dk2>
    <a:lt2>
      <a:srgbClr val="F0F0F0"/>
    </a:lt2>
    <a:accent1>
      <a:srgbClr val="0E58A3"/>
    </a:accent1>
    <a:accent2>
      <a:srgbClr val="2673B7"/>
    </a:accent2>
    <a:accent3>
      <a:srgbClr val="92B6D0"/>
    </a:accent3>
    <a:accent4>
      <a:srgbClr val="4C7CA0"/>
    </a:accent4>
    <a:accent5>
      <a:srgbClr val="5E7A86"/>
    </a:accent5>
    <a:accent6>
      <a:srgbClr val="D9D9D9"/>
    </a:accent6>
    <a:hlink>
      <a:srgbClr val="F84D4D"/>
    </a:hlink>
    <a:folHlink>
      <a:srgbClr val="BFBFBF"/>
    </a:folHlink>
  </a:clrScheme>
</a:themeOverride>
</file>

<file path=ppt/theme/themeOverride7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778495"/>
    </a:dk2>
    <a:lt2>
      <a:srgbClr val="F0F0F0"/>
    </a:lt2>
    <a:accent1>
      <a:srgbClr val="0E58A3"/>
    </a:accent1>
    <a:accent2>
      <a:srgbClr val="2673B7"/>
    </a:accent2>
    <a:accent3>
      <a:srgbClr val="92B6D0"/>
    </a:accent3>
    <a:accent4>
      <a:srgbClr val="4C7CA0"/>
    </a:accent4>
    <a:accent5>
      <a:srgbClr val="5E7A86"/>
    </a:accent5>
    <a:accent6>
      <a:srgbClr val="D9D9D9"/>
    </a:accent6>
    <a:hlink>
      <a:srgbClr val="F84D4D"/>
    </a:hlink>
    <a:folHlink>
      <a:srgbClr val="BFBFBF"/>
    </a:folHlink>
  </a:clrScheme>
</a:themeOverride>
</file>

<file path=ppt/theme/themeOverride8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778495"/>
    </a:dk2>
    <a:lt2>
      <a:srgbClr val="F0F0F0"/>
    </a:lt2>
    <a:accent1>
      <a:srgbClr val="0E58A3"/>
    </a:accent1>
    <a:accent2>
      <a:srgbClr val="2673B7"/>
    </a:accent2>
    <a:accent3>
      <a:srgbClr val="92B6D0"/>
    </a:accent3>
    <a:accent4>
      <a:srgbClr val="4C7CA0"/>
    </a:accent4>
    <a:accent5>
      <a:srgbClr val="5E7A86"/>
    </a:accent5>
    <a:accent6>
      <a:srgbClr val="D9D9D9"/>
    </a:accent6>
    <a:hlink>
      <a:srgbClr val="F84D4D"/>
    </a:hlink>
    <a:folHlink>
      <a:srgbClr val="BFBFBF"/>
    </a:folHlink>
  </a:clrScheme>
</a:themeOverride>
</file>

<file path=ppt/theme/themeOverride9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778495"/>
    </a:dk2>
    <a:lt2>
      <a:srgbClr val="F0F0F0"/>
    </a:lt2>
    <a:accent1>
      <a:srgbClr val="0E58A3"/>
    </a:accent1>
    <a:accent2>
      <a:srgbClr val="2673B7"/>
    </a:accent2>
    <a:accent3>
      <a:srgbClr val="92B6D0"/>
    </a:accent3>
    <a:accent4>
      <a:srgbClr val="4C7CA0"/>
    </a:accent4>
    <a:accent5>
      <a:srgbClr val="5E7A86"/>
    </a:accent5>
    <a:accent6>
      <a:srgbClr val="D9D9D9"/>
    </a:accent6>
    <a:hlink>
      <a:srgbClr val="F84D4D"/>
    </a:hlink>
    <a:folHlink>
      <a:srgbClr val="BFBFBF"/>
    </a:folHlink>
  </a:clrScheme>
</a:themeOverride>
</file>

<file path=ppt/theme/themeOverride10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778495"/>
    </a:dk2>
    <a:lt2>
      <a:srgbClr val="F0F0F0"/>
    </a:lt2>
    <a:accent1>
      <a:srgbClr val="0E58A3"/>
    </a:accent1>
    <a:accent2>
      <a:srgbClr val="2673B7"/>
    </a:accent2>
    <a:accent3>
      <a:srgbClr val="92B6D0"/>
    </a:accent3>
    <a:accent4>
      <a:srgbClr val="4C7CA0"/>
    </a:accent4>
    <a:accent5>
      <a:srgbClr val="5E7A86"/>
    </a:accent5>
    <a:accent6>
      <a:srgbClr val="D9D9D9"/>
    </a:accent6>
    <a:hlink>
      <a:srgbClr val="F84D4D"/>
    </a:hlink>
    <a:folHlink>
      <a:srgbClr val="BFBFBF"/>
    </a:folHlink>
  </a:clrScheme>
</a:themeOverride>
</file>

<file path=ppt/theme/themeOverride11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778495"/>
    </a:dk2>
    <a:lt2>
      <a:srgbClr val="F0F0F0"/>
    </a:lt2>
    <a:accent1>
      <a:srgbClr val="0E58A3"/>
    </a:accent1>
    <a:accent2>
      <a:srgbClr val="2673B7"/>
    </a:accent2>
    <a:accent3>
      <a:srgbClr val="92B6D0"/>
    </a:accent3>
    <a:accent4>
      <a:srgbClr val="4C7CA0"/>
    </a:accent4>
    <a:accent5>
      <a:srgbClr val="5E7A86"/>
    </a:accent5>
    <a:accent6>
      <a:srgbClr val="D9D9D9"/>
    </a:accent6>
    <a:hlink>
      <a:srgbClr val="F84D4D"/>
    </a:hlink>
    <a:folHlink>
      <a:srgbClr val="BFBFBF"/>
    </a:folHlink>
  </a:clrScheme>
</a:themeOverride>
</file>

<file path=ppt/theme/themeOverride12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778495"/>
    </a:dk2>
    <a:lt2>
      <a:srgbClr val="F0F0F0"/>
    </a:lt2>
    <a:accent1>
      <a:srgbClr val="0E58A3"/>
    </a:accent1>
    <a:accent2>
      <a:srgbClr val="2673B7"/>
    </a:accent2>
    <a:accent3>
      <a:srgbClr val="92B6D0"/>
    </a:accent3>
    <a:accent4>
      <a:srgbClr val="4C7CA0"/>
    </a:accent4>
    <a:accent5>
      <a:srgbClr val="5E7A86"/>
    </a:accent5>
    <a:accent6>
      <a:srgbClr val="D9D9D9"/>
    </a:accent6>
    <a:hlink>
      <a:srgbClr val="F84D4D"/>
    </a:hlink>
    <a:folHlink>
      <a:srgbClr val="BFBFBF"/>
    </a:folHlink>
  </a:clrScheme>
</a:themeOverride>
</file>

<file path=ppt/theme/themeOverride13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778495"/>
    </a:dk2>
    <a:lt2>
      <a:srgbClr val="F0F0F0"/>
    </a:lt2>
    <a:accent1>
      <a:srgbClr val="0E58A3"/>
    </a:accent1>
    <a:accent2>
      <a:srgbClr val="2673B7"/>
    </a:accent2>
    <a:accent3>
      <a:srgbClr val="92B6D0"/>
    </a:accent3>
    <a:accent4>
      <a:srgbClr val="4C7CA0"/>
    </a:accent4>
    <a:accent5>
      <a:srgbClr val="5E7A86"/>
    </a:accent5>
    <a:accent6>
      <a:srgbClr val="D9D9D9"/>
    </a:accent6>
    <a:hlink>
      <a:srgbClr val="F84D4D"/>
    </a:hlink>
    <a:folHlink>
      <a:srgbClr val="BFBFBF"/>
    </a:folHlink>
  </a:clrScheme>
</a:themeOverride>
</file>

<file path=ppt/theme/themeOverride14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778495"/>
    </a:dk2>
    <a:lt2>
      <a:srgbClr val="F0F0F0"/>
    </a:lt2>
    <a:accent1>
      <a:srgbClr val="0E58A3"/>
    </a:accent1>
    <a:accent2>
      <a:srgbClr val="2673B7"/>
    </a:accent2>
    <a:accent3>
      <a:srgbClr val="92B6D0"/>
    </a:accent3>
    <a:accent4>
      <a:srgbClr val="4C7CA0"/>
    </a:accent4>
    <a:accent5>
      <a:srgbClr val="5E7A86"/>
    </a:accent5>
    <a:accent6>
      <a:srgbClr val="D9D9D9"/>
    </a:accent6>
    <a:hlink>
      <a:srgbClr val="F84D4D"/>
    </a:hlink>
    <a:folHlink>
      <a:srgbClr val="BFBFBF"/>
    </a:folHlink>
  </a:clrScheme>
</a:themeOverride>
</file>

<file path=ppt/theme/themeOverride15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778495"/>
    </a:dk2>
    <a:lt2>
      <a:srgbClr val="F0F0F0"/>
    </a:lt2>
    <a:accent1>
      <a:srgbClr val="0E58A3"/>
    </a:accent1>
    <a:accent2>
      <a:srgbClr val="2673B7"/>
    </a:accent2>
    <a:accent3>
      <a:srgbClr val="92B6D0"/>
    </a:accent3>
    <a:accent4>
      <a:srgbClr val="4C7CA0"/>
    </a:accent4>
    <a:accent5>
      <a:srgbClr val="5E7A86"/>
    </a:accent5>
    <a:accent6>
      <a:srgbClr val="D9D9D9"/>
    </a:accent6>
    <a:hlink>
      <a:srgbClr val="F84D4D"/>
    </a:hlink>
    <a:folHlink>
      <a:srgbClr val="BFBFBF"/>
    </a:folHlink>
  </a:clrScheme>
</a:themeOverride>
</file>

<file path=ppt/theme/themeOverride16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778495"/>
    </a:dk2>
    <a:lt2>
      <a:srgbClr val="F0F0F0"/>
    </a:lt2>
    <a:accent1>
      <a:srgbClr val="0E58A3"/>
    </a:accent1>
    <a:accent2>
      <a:srgbClr val="2673B7"/>
    </a:accent2>
    <a:accent3>
      <a:srgbClr val="92B6D0"/>
    </a:accent3>
    <a:accent4>
      <a:srgbClr val="4C7CA0"/>
    </a:accent4>
    <a:accent5>
      <a:srgbClr val="5E7A86"/>
    </a:accent5>
    <a:accent6>
      <a:srgbClr val="D9D9D9"/>
    </a:accent6>
    <a:hlink>
      <a:srgbClr val="F84D4D"/>
    </a:hlink>
    <a:folHlink>
      <a:srgbClr val="BFBFB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571</TotalTime>
  <Words>1061</Words>
  <Application>Microsoft Office PowerPoint</Application>
  <PresentationFormat>宽屏</PresentationFormat>
  <Paragraphs>149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9" baseType="lpstr">
      <vt:lpstr>OPPOSans B</vt:lpstr>
      <vt:lpstr>思源黑体 CN Bold</vt:lpstr>
      <vt:lpstr>思源黑体 CN Heavy</vt:lpstr>
      <vt:lpstr>思源黑体 CN Light</vt:lpstr>
      <vt:lpstr>思源黑体 CN Regular</vt:lpstr>
      <vt:lpstr>思源宋体 CN Heavy</vt:lpstr>
      <vt:lpstr>Arial</vt:lpstr>
      <vt:lpstr>Impact</vt:lpstr>
      <vt:lpstr>Perpetua Titling MT</vt:lpstr>
      <vt:lpstr>Wingdings</vt:lpstr>
      <vt:lpstr>木卫林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>木卫林</Manager>
  <Company>木卫林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>木卫林-学术PPT模板</dc:subject>
  <dc:creator>木卫林</dc:creator>
  <cp:lastModifiedBy>千和 樱井</cp:lastModifiedBy>
  <cp:revision>13</cp:revision>
  <dcterms:created xsi:type="dcterms:W3CDTF">2022-05-27T03:56:14Z</dcterms:created>
  <dcterms:modified xsi:type="dcterms:W3CDTF">2026-05-19T11:28:38Z</dcterms:modified>
</cp:coreProperties>
</file>